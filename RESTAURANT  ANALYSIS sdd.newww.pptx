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8.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11.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12.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300" r:id="rId1"/>
  </p:sldMasterIdLst>
  <p:notesMasterIdLst>
    <p:notesMasterId r:id="rId22"/>
  </p:notesMasterIdLst>
  <p:sldIdLst>
    <p:sldId id="257" r:id="rId2"/>
    <p:sldId id="260" r:id="rId3"/>
    <p:sldId id="261" r:id="rId4"/>
    <p:sldId id="262" r:id="rId5"/>
    <p:sldId id="264" r:id="rId6"/>
    <p:sldId id="265" r:id="rId7"/>
    <p:sldId id="266" r:id="rId8"/>
    <p:sldId id="267" r:id="rId9"/>
    <p:sldId id="268" r:id="rId10"/>
    <p:sldId id="269" r:id="rId11"/>
    <p:sldId id="278" r:id="rId12"/>
    <p:sldId id="270" r:id="rId13"/>
    <p:sldId id="271" r:id="rId14"/>
    <p:sldId id="274" r:id="rId15"/>
    <p:sldId id="275" r:id="rId16"/>
    <p:sldId id="276" r:id="rId17"/>
    <p:sldId id="277" r:id="rId18"/>
    <p:sldId id="280" r:id="rId19"/>
    <p:sldId id="272" r:id="rId20"/>
    <p:sldId id="273"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13" autoAdjust="0"/>
    <p:restoredTop sz="94660"/>
  </p:normalViewPr>
  <p:slideViewPr>
    <p:cSldViewPr snapToGrid="0">
      <p:cViewPr varScale="1">
        <p:scale>
          <a:sx n="89" d="100"/>
          <a:sy n="89" d="100"/>
        </p:scale>
        <p:origin x="68" y="1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oleObject" Target="file:///D:\newton%20project\Zomato_Data_1%20(2)%20%20%20sunny%20new%20large.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D:\newton%20project\Zomato_Data_1%20(2)%20%20%20sunny%20new%20large.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D:\newton%20project\Zomato_Data_1%20(2)%20%20%20sunny%20new%20large.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D:\newton%20project\Zomato_Data_1%20(1)sss%20newwwww.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D:\newton%20project\Zomato_Data_1%20(2)%20%20%20sunny%20new%20large.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D:\newton%20project\Zomato_Data_1%20(1)sss%20newwwww.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D:\newton%20project\Zomato_Data_1%20(2)%20%20%20sunny%20new%20large.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D:\newton%20project\Zomato_Data_1%20(2)%20%20%20sunny%20new%20large.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D:\newton%20project\Zomato_Data_1%20(2)%20%20%20sunny%20new%20large.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D:\newton%20project\Zomato_Data_1%20(2)%20%20%20sunny%20new%20large.xlsx" TargetMode="External"/><Relationship Id="rId2" Type="http://schemas.microsoft.com/office/2011/relationships/chartColorStyle" Target="colors10.xml"/><Relationship Id="rId1" Type="http://schemas.microsoft.com/office/2011/relationships/chartStyle" Target="style10.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[Zomato_Data_1 (2)   sunny new large.xlsx]Pivot Tables!PivotTable1</c:name>
    <c:fmtId val="29"/>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Count</a:t>
            </a:r>
            <a:r>
              <a:rPr lang="en-US" baseline="0" dirty="0"/>
              <a:t> of restaurants country wise</a:t>
            </a:r>
            <a:endParaRPr lang="en-US"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dLbl>
          <c:idx val="0"/>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0.10179646041557219"/>
          <c:y val="0.16820638504251806"/>
          <c:w val="0.87753018372703417"/>
          <c:h val="0.48381336655630769"/>
        </c:manualLayout>
      </c:layout>
      <c:bar3DChart>
        <c:barDir val="col"/>
        <c:grouping val="clustered"/>
        <c:varyColors val="0"/>
        <c:ser>
          <c:idx val="0"/>
          <c:order val="0"/>
          <c:tx>
            <c:strRef>
              <c:f>'Pivot Tables'!$C$5</c:f>
              <c:strCache>
                <c:ptCount val="1"/>
                <c:pt idx="0">
                  <c:v>Total</c:v>
                </c:pt>
              </c:strCache>
            </c:strRef>
          </c:tx>
          <c:spPr>
            <a:solidFill>
              <a:schemeClr val="accent1"/>
            </a:solidFill>
            <a:ln>
              <a:noFill/>
            </a:ln>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 Tables'!$B$6:$B$21</c:f>
              <c:strCache>
                <c:ptCount val="15"/>
                <c:pt idx="0">
                  <c:v>Australia</c:v>
                </c:pt>
                <c:pt idx="1">
                  <c:v>Brazil</c:v>
                </c:pt>
                <c:pt idx="2">
                  <c:v>Canada</c:v>
                </c:pt>
                <c:pt idx="3">
                  <c:v>India</c:v>
                </c:pt>
                <c:pt idx="4">
                  <c:v>Indonesia</c:v>
                </c:pt>
                <c:pt idx="5">
                  <c:v>New Zealand</c:v>
                </c:pt>
                <c:pt idx="6">
                  <c:v>Philippines</c:v>
                </c:pt>
                <c:pt idx="7">
                  <c:v>Qatar</c:v>
                </c:pt>
                <c:pt idx="8">
                  <c:v>Singapore</c:v>
                </c:pt>
                <c:pt idx="9">
                  <c:v>South Africa</c:v>
                </c:pt>
                <c:pt idx="10">
                  <c:v>Sri Lanka</c:v>
                </c:pt>
                <c:pt idx="11">
                  <c:v>Turkey</c:v>
                </c:pt>
                <c:pt idx="12">
                  <c:v>United Arab Emirates</c:v>
                </c:pt>
                <c:pt idx="13">
                  <c:v>United Kingdom</c:v>
                </c:pt>
                <c:pt idx="14">
                  <c:v>United States of America</c:v>
                </c:pt>
              </c:strCache>
            </c:strRef>
          </c:cat>
          <c:val>
            <c:numRef>
              <c:f>'Pivot Tables'!$C$6:$C$21</c:f>
              <c:numCache>
                <c:formatCode>General</c:formatCode>
                <c:ptCount val="15"/>
                <c:pt idx="0">
                  <c:v>24</c:v>
                </c:pt>
                <c:pt idx="1">
                  <c:v>60</c:v>
                </c:pt>
                <c:pt idx="2">
                  <c:v>4</c:v>
                </c:pt>
                <c:pt idx="3">
                  <c:v>8652</c:v>
                </c:pt>
                <c:pt idx="4">
                  <c:v>21</c:v>
                </c:pt>
                <c:pt idx="5">
                  <c:v>40</c:v>
                </c:pt>
                <c:pt idx="6">
                  <c:v>22</c:v>
                </c:pt>
                <c:pt idx="7">
                  <c:v>20</c:v>
                </c:pt>
                <c:pt idx="8">
                  <c:v>20</c:v>
                </c:pt>
                <c:pt idx="9">
                  <c:v>60</c:v>
                </c:pt>
                <c:pt idx="10">
                  <c:v>20</c:v>
                </c:pt>
                <c:pt idx="11">
                  <c:v>34</c:v>
                </c:pt>
                <c:pt idx="12">
                  <c:v>60</c:v>
                </c:pt>
                <c:pt idx="13">
                  <c:v>80</c:v>
                </c:pt>
                <c:pt idx="14">
                  <c:v>434</c:v>
                </c:pt>
              </c:numCache>
            </c:numRef>
          </c:val>
          <c:extLst>
            <c:ext xmlns:c16="http://schemas.microsoft.com/office/drawing/2014/chart" uri="{C3380CC4-5D6E-409C-BE32-E72D297353CC}">
              <c16:uniqueId val="{00000000-19C9-4C2F-8B17-043E25A561CE}"/>
            </c:ext>
          </c:extLst>
        </c:ser>
        <c:dLbls>
          <c:showLegendKey val="0"/>
          <c:showVal val="1"/>
          <c:showCatName val="0"/>
          <c:showSerName val="0"/>
          <c:showPercent val="0"/>
          <c:showBubbleSize val="0"/>
        </c:dLbls>
        <c:gapWidth val="150"/>
        <c:shape val="box"/>
        <c:axId val="1701148000"/>
        <c:axId val="1701144160"/>
        <c:axId val="0"/>
      </c:bar3DChart>
      <c:catAx>
        <c:axId val="1701148000"/>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01144160"/>
        <c:crosses val="autoZero"/>
        <c:auto val="1"/>
        <c:lblAlgn val="ctr"/>
        <c:lblOffset val="100"/>
        <c:noMultiLvlLbl val="0"/>
      </c:catAx>
      <c:valAx>
        <c:axId val="170114416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0114800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[Zomato_Data_1 (2)   sunny new large.xlsx]Pivot Tables!PivotTable3</c:name>
    <c:fmtId val="7"/>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                   Year</a:t>
            </a:r>
            <a:r>
              <a:rPr lang="en-US" baseline="0" dirty="0"/>
              <a:t>-Wise Restaurants</a:t>
            </a:r>
            <a:endParaRPr lang="en-US" dirty="0"/>
          </a:p>
        </c:rich>
      </c:tx>
      <c:layout>
        <c:manualLayout>
          <c:xMode val="edge"/>
          <c:yMode val="edge"/>
          <c:x val="0.1350721193148964"/>
          <c:y val="5.0648228964178199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bar"/>
        <c:grouping val="clustered"/>
        <c:varyColors val="0"/>
        <c:ser>
          <c:idx val="0"/>
          <c:order val="0"/>
          <c:tx>
            <c:strRef>
              <c:f>'Pivot Tables'!$C$29</c:f>
              <c:strCache>
                <c:ptCount val="1"/>
                <c:pt idx="0">
                  <c:v>Total</c:v>
                </c:pt>
              </c:strCache>
            </c:strRef>
          </c:tx>
          <c:spPr>
            <a:solidFill>
              <a:schemeClr val="accent1"/>
            </a:solidFill>
            <a:ln>
              <a:noFill/>
            </a:ln>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 Tables'!$B$30:$B$39</c:f>
              <c:strCache>
                <c:ptCount val="9"/>
                <c:pt idx="0">
                  <c:v>2010</c:v>
                </c:pt>
                <c:pt idx="1">
                  <c:v>2011</c:v>
                </c:pt>
                <c:pt idx="2">
                  <c:v>2012</c:v>
                </c:pt>
                <c:pt idx="3">
                  <c:v>2013</c:v>
                </c:pt>
                <c:pt idx="4">
                  <c:v>2014</c:v>
                </c:pt>
                <c:pt idx="5">
                  <c:v>2015</c:v>
                </c:pt>
                <c:pt idx="6">
                  <c:v>2016</c:v>
                </c:pt>
                <c:pt idx="7">
                  <c:v>2017</c:v>
                </c:pt>
                <c:pt idx="8">
                  <c:v>2018</c:v>
                </c:pt>
              </c:strCache>
            </c:strRef>
          </c:cat>
          <c:val>
            <c:numRef>
              <c:f>'Pivot Tables'!$C$30:$C$39</c:f>
              <c:numCache>
                <c:formatCode>General</c:formatCode>
                <c:ptCount val="9"/>
                <c:pt idx="0">
                  <c:v>1080</c:v>
                </c:pt>
                <c:pt idx="1">
                  <c:v>1098</c:v>
                </c:pt>
                <c:pt idx="2">
                  <c:v>1022</c:v>
                </c:pt>
                <c:pt idx="3">
                  <c:v>1061</c:v>
                </c:pt>
                <c:pt idx="4">
                  <c:v>1051</c:v>
                </c:pt>
                <c:pt idx="5">
                  <c:v>1024</c:v>
                </c:pt>
                <c:pt idx="6">
                  <c:v>1027</c:v>
                </c:pt>
                <c:pt idx="7">
                  <c:v>1086</c:v>
                </c:pt>
                <c:pt idx="8">
                  <c:v>1102</c:v>
                </c:pt>
              </c:numCache>
            </c:numRef>
          </c:val>
          <c:extLst>
            <c:ext xmlns:c16="http://schemas.microsoft.com/office/drawing/2014/chart" uri="{C3380CC4-5D6E-409C-BE32-E72D297353CC}">
              <c16:uniqueId val="{00000000-93B4-4191-A652-C8C615465B86}"/>
            </c:ext>
          </c:extLst>
        </c:ser>
        <c:dLbls>
          <c:showLegendKey val="0"/>
          <c:showVal val="1"/>
          <c:showCatName val="0"/>
          <c:showSerName val="0"/>
          <c:showPercent val="0"/>
          <c:showBubbleSize val="0"/>
        </c:dLbls>
        <c:gapWidth val="150"/>
        <c:shape val="box"/>
        <c:axId val="694363072"/>
        <c:axId val="694384672"/>
        <c:axId val="0"/>
      </c:bar3DChart>
      <c:catAx>
        <c:axId val="694363072"/>
        <c:scaling>
          <c:orientation val="minMax"/>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94384672"/>
        <c:crosses val="autoZero"/>
        <c:auto val="1"/>
        <c:lblAlgn val="ctr"/>
        <c:lblOffset val="100"/>
        <c:noMultiLvlLbl val="0"/>
      </c:catAx>
      <c:valAx>
        <c:axId val="69438467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9436307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[Zomato_Data_1 (2)   sunny new large.xlsx]Pivot Tables!PivotTable8</c:name>
    <c:fmtId val="8"/>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Country-Wise</a:t>
            </a:r>
            <a:r>
              <a:rPr lang="en-US" baseline="0" dirty="0"/>
              <a:t> Average Votes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bar"/>
        <c:grouping val="clustered"/>
        <c:varyColors val="0"/>
        <c:ser>
          <c:idx val="0"/>
          <c:order val="0"/>
          <c:tx>
            <c:strRef>
              <c:f>'Pivot Tables'!$L$29</c:f>
              <c:strCache>
                <c:ptCount val="1"/>
                <c:pt idx="0">
                  <c:v>Total</c:v>
                </c:pt>
              </c:strCache>
            </c:strRef>
          </c:tx>
          <c:spPr>
            <a:solidFill>
              <a:schemeClr val="accent1"/>
            </a:solidFill>
            <a:ln>
              <a:noFill/>
            </a:ln>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 Tables'!$K$30:$K$45</c:f>
              <c:strCache>
                <c:ptCount val="15"/>
                <c:pt idx="0">
                  <c:v>Australia</c:v>
                </c:pt>
                <c:pt idx="1">
                  <c:v>Brazil</c:v>
                </c:pt>
                <c:pt idx="2">
                  <c:v>Canada</c:v>
                </c:pt>
                <c:pt idx="3">
                  <c:v>India</c:v>
                </c:pt>
                <c:pt idx="4">
                  <c:v>Indonesia</c:v>
                </c:pt>
                <c:pt idx="5">
                  <c:v>New Zealand</c:v>
                </c:pt>
                <c:pt idx="6">
                  <c:v>Philippines</c:v>
                </c:pt>
                <c:pt idx="7">
                  <c:v>Qatar</c:v>
                </c:pt>
                <c:pt idx="8">
                  <c:v>Singapore</c:v>
                </c:pt>
                <c:pt idx="9">
                  <c:v>South Africa</c:v>
                </c:pt>
                <c:pt idx="10">
                  <c:v>Sri Lanka</c:v>
                </c:pt>
                <c:pt idx="11">
                  <c:v>Turkey</c:v>
                </c:pt>
                <c:pt idx="12">
                  <c:v>United Arab Emirates</c:v>
                </c:pt>
                <c:pt idx="13">
                  <c:v>United Kingdom</c:v>
                </c:pt>
                <c:pt idx="14">
                  <c:v>United States of America</c:v>
                </c:pt>
              </c:strCache>
            </c:strRef>
          </c:cat>
          <c:val>
            <c:numRef>
              <c:f>'Pivot Tables'!$L$30:$L$45</c:f>
              <c:numCache>
                <c:formatCode>General</c:formatCode>
                <c:ptCount val="15"/>
                <c:pt idx="0">
                  <c:v>111.41666666666667</c:v>
                </c:pt>
                <c:pt idx="1">
                  <c:v>19.616666666666667</c:v>
                </c:pt>
                <c:pt idx="2">
                  <c:v>103</c:v>
                </c:pt>
                <c:pt idx="3">
                  <c:v>137.21255201109571</c:v>
                </c:pt>
                <c:pt idx="4">
                  <c:v>772.09523809523807</c:v>
                </c:pt>
                <c:pt idx="5">
                  <c:v>243.02500000000001</c:v>
                </c:pt>
                <c:pt idx="6">
                  <c:v>407.40909090909093</c:v>
                </c:pt>
                <c:pt idx="7">
                  <c:v>163.80000000000001</c:v>
                </c:pt>
                <c:pt idx="8">
                  <c:v>31.9</c:v>
                </c:pt>
                <c:pt idx="9">
                  <c:v>315.16666666666669</c:v>
                </c:pt>
                <c:pt idx="10">
                  <c:v>146.44999999999999</c:v>
                </c:pt>
                <c:pt idx="11">
                  <c:v>431.47058823529414</c:v>
                </c:pt>
                <c:pt idx="12">
                  <c:v>493.51666666666665</c:v>
                </c:pt>
                <c:pt idx="13">
                  <c:v>205.48750000000001</c:v>
                </c:pt>
                <c:pt idx="14">
                  <c:v>428.22119815668202</c:v>
                </c:pt>
              </c:numCache>
            </c:numRef>
          </c:val>
          <c:extLst>
            <c:ext xmlns:c16="http://schemas.microsoft.com/office/drawing/2014/chart" uri="{C3380CC4-5D6E-409C-BE32-E72D297353CC}">
              <c16:uniqueId val="{00000000-CA91-4FB3-B757-E3C0A9A8E8D3}"/>
            </c:ext>
          </c:extLst>
        </c:ser>
        <c:dLbls>
          <c:showLegendKey val="0"/>
          <c:showVal val="1"/>
          <c:showCatName val="0"/>
          <c:showSerName val="0"/>
          <c:showPercent val="0"/>
          <c:showBubbleSize val="0"/>
        </c:dLbls>
        <c:gapWidth val="150"/>
        <c:shape val="box"/>
        <c:axId val="1047379535"/>
        <c:axId val="1047382895"/>
        <c:axId val="0"/>
      </c:bar3DChart>
      <c:catAx>
        <c:axId val="1047379535"/>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47382895"/>
        <c:crosses val="autoZero"/>
        <c:auto val="1"/>
        <c:lblAlgn val="ctr"/>
        <c:lblOffset val="100"/>
        <c:noMultiLvlLbl val="0"/>
      </c:catAx>
      <c:valAx>
        <c:axId val="1047382895"/>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4737953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[Zomato_Data_1 (1)sss new   new new.xlsx]Pivot Tables!PivotTable3</c:name>
    <c:fmtId val="10"/>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Average Cost for Two country-Wise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dLbl>
          <c:idx val="0"/>
          <c:showLegendKey val="0"/>
          <c:showVal val="1"/>
          <c:showCatName val="0"/>
          <c:showSerName val="0"/>
          <c:showPercent val="0"/>
          <c:showBubbleSize val="0"/>
          <c:extLst>
            <c:ext xmlns:c15="http://schemas.microsoft.com/office/drawing/2012/chart" uri="{CE6537A1-D6FC-4f65-9D91-7224C49458BB}"/>
          </c:extLst>
        </c:dLbl>
      </c:pivotFmt>
      <c:pivotFmt>
        <c:idx val="1"/>
        <c:dLbl>
          <c:idx val="0"/>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a:sp3d/>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bar"/>
        <c:grouping val="clustered"/>
        <c:varyColors val="0"/>
        <c:ser>
          <c:idx val="0"/>
          <c:order val="0"/>
          <c:tx>
            <c:strRef>
              <c:f>'Pivot Tables'!$I$4</c:f>
              <c:strCache>
                <c:ptCount val="1"/>
                <c:pt idx="0">
                  <c:v>Total</c:v>
                </c:pt>
              </c:strCache>
            </c:strRef>
          </c:tx>
          <c:spPr>
            <a:solidFill>
              <a:schemeClr val="accent1"/>
            </a:solidFill>
            <a:ln>
              <a:noFill/>
            </a:ln>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 Tables'!$H$5:$H$16</c:f>
              <c:strCache>
                <c:ptCount val="11"/>
                <c:pt idx="0">
                  <c:v>Australia</c:v>
                </c:pt>
                <c:pt idx="1">
                  <c:v>Brazil</c:v>
                </c:pt>
                <c:pt idx="2">
                  <c:v>Canada</c:v>
                </c:pt>
                <c:pt idx="3">
                  <c:v>India</c:v>
                </c:pt>
                <c:pt idx="4">
                  <c:v>Indonesia</c:v>
                </c:pt>
                <c:pt idx="5">
                  <c:v>Philippines</c:v>
                </c:pt>
                <c:pt idx="6">
                  <c:v>Qatar</c:v>
                </c:pt>
                <c:pt idx="7">
                  <c:v>Singapore</c:v>
                </c:pt>
                <c:pt idx="8">
                  <c:v>United Arab Emirates</c:v>
                </c:pt>
                <c:pt idx="9">
                  <c:v>United Kingdom</c:v>
                </c:pt>
                <c:pt idx="10">
                  <c:v>United States of America</c:v>
                </c:pt>
              </c:strCache>
            </c:strRef>
          </c:cat>
          <c:val>
            <c:numRef>
              <c:f>'Pivot Tables'!$I$5:$I$16</c:f>
              <c:numCache>
                <c:formatCode>[$₹-439]#,##0</c:formatCode>
                <c:ptCount val="11"/>
                <c:pt idx="0">
                  <c:v>1998.9166666666667</c:v>
                </c:pt>
                <c:pt idx="1">
                  <c:v>2154.6666666666665</c:v>
                </c:pt>
                <c:pt idx="2">
                  <c:v>3008.75</c:v>
                </c:pt>
                <c:pt idx="3">
                  <c:v>623.37031900138697</c:v>
                </c:pt>
                <c:pt idx="4">
                  <c:v>1434.0714285714287</c:v>
                </c:pt>
                <c:pt idx="5">
                  <c:v>9962.2727272727279</c:v>
                </c:pt>
                <c:pt idx="6">
                  <c:v>5123.875</c:v>
                </c:pt>
                <c:pt idx="7">
                  <c:v>12927.25</c:v>
                </c:pt>
                <c:pt idx="8">
                  <c:v>3761.0166666666669</c:v>
                </c:pt>
                <c:pt idx="9">
                  <c:v>5068.125</c:v>
                </c:pt>
                <c:pt idx="10">
                  <c:v>2170.6221198156682</c:v>
                </c:pt>
              </c:numCache>
            </c:numRef>
          </c:val>
          <c:extLst>
            <c:ext xmlns:c16="http://schemas.microsoft.com/office/drawing/2014/chart" uri="{C3380CC4-5D6E-409C-BE32-E72D297353CC}">
              <c16:uniqueId val="{00000000-8320-4D1E-B67D-E7ADAF4324FD}"/>
            </c:ext>
          </c:extLst>
        </c:ser>
        <c:dLbls>
          <c:showLegendKey val="0"/>
          <c:showVal val="1"/>
          <c:showCatName val="0"/>
          <c:showSerName val="0"/>
          <c:showPercent val="0"/>
          <c:showBubbleSize val="0"/>
        </c:dLbls>
        <c:gapWidth val="150"/>
        <c:shape val="box"/>
        <c:axId val="733527888"/>
        <c:axId val="733528368"/>
        <c:axId val="0"/>
      </c:bar3DChart>
      <c:catAx>
        <c:axId val="733527888"/>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33528368"/>
        <c:crosses val="autoZero"/>
        <c:auto val="1"/>
        <c:lblAlgn val="ctr"/>
        <c:lblOffset val="100"/>
        <c:noMultiLvlLbl val="0"/>
      </c:catAx>
      <c:valAx>
        <c:axId val="733528368"/>
        <c:scaling>
          <c:orientation val="minMax"/>
        </c:scaling>
        <c:delete val="0"/>
        <c:axPos val="b"/>
        <c:majorGridlines>
          <c:spPr>
            <a:ln w="9525" cap="flat" cmpd="sng" algn="ctr">
              <a:solidFill>
                <a:schemeClr val="tx1">
                  <a:lumMod val="15000"/>
                  <a:lumOff val="85000"/>
                </a:schemeClr>
              </a:solidFill>
              <a:round/>
            </a:ln>
            <a:effectLst/>
          </c:spPr>
        </c:majorGridlines>
        <c:numFmt formatCode="[$₹-439]#,##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3352788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[Zomato_Data_1 (2)   sunny new large.xlsx]Pivot Tables!PivotTable7</c:name>
    <c:fmtId val="34"/>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Average</a:t>
            </a:r>
            <a:r>
              <a:rPr lang="en-US" baseline="0" dirty="0"/>
              <a:t> rating top cuisines</a:t>
            </a:r>
            <a:endParaRPr lang="en-US" dirty="0"/>
          </a:p>
        </c:rich>
      </c:tx>
      <c:layout>
        <c:manualLayout>
          <c:xMode val="edge"/>
          <c:yMode val="edge"/>
          <c:x val="6.6342483942556416E-2"/>
          <c:y val="0.1386277183452942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19050">
            <a:solidFill>
              <a:schemeClr val="lt1"/>
            </a:solidFill>
          </a:ln>
          <a:effectLst/>
        </c:spPr>
      </c:pivotFmt>
      <c:pivotFmt>
        <c:idx val="3"/>
        <c:spPr>
          <a:solidFill>
            <a:schemeClr val="accent1"/>
          </a:solidFill>
          <a:ln w="19050">
            <a:solidFill>
              <a:schemeClr val="lt1"/>
            </a:solidFill>
          </a:ln>
          <a:effectLst/>
        </c:spPr>
      </c:pivotFmt>
      <c:pivotFmt>
        <c:idx val="4"/>
        <c:spPr>
          <a:solidFill>
            <a:schemeClr val="accent1"/>
          </a:solidFill>
          <a:ln w="19050">
            <a:solidFill>
              <a:schemeClr val="lt1"/>
            </a:solidFill>
          </a:ln>
          <a:effectLst/>
        </c:spPr>
      </c:pivotFmt>
      <c:pivotFmt>
        <c:idx val="5"/>
        <c:spPr>
          <a:solidFill>
            <a:schemeClr val="accent1"/>
          </a:solidFill>
          <a:ln w="19050">
            <a:solidFill>
              <a:schemeClr val="lt1"/>
            </a:solidFill>
          </a:ln>
          <a:effectLst/>
        </c:spPr>
      </c:pivotFmt>
      <c:pivotFmt>
        <c:idx val="6"/>
        <c:spPr>
          <a:solidFill>
            <a:schemeClr val="accent1"/>
          </a:solidFill>
          <a:ln w="19050">
            <a:solidFill>
              <a:schemeClr val="lt1"/>
            </a:solidFill>
          </a:ln>
          <a:effectLst/>
        </c:spPr>
      </c:pivotFmt>
      <c:pivotFmt>
        <c:idx val="7"/>
        <c:spPr>
          <a:solidFill>
            <a:schemeClr val="accent1"/>
          </a:solidFill>
          <a:ln w="19050">
            <a:solidFill>
              <a:schemeClr val="lt1"/>
            </a:solidFill>
          </a:ln>
          <a:effectLst/>
        </c:spPr>
      </c:pivotFmt>
      <c:pivotFmt>
        <c:idx val="8"/>
        <c:spPr>
          <a:solidFill>
            <a:schemeClr val="accent1"/>
          </a:solidFill>
          <a:ln w="19050">
            <a:solidFill>
              <a:schemeClr val="lt1"/>
            </a:solidFill>
          </a:ln>
          <a:effectLst/>
        </c:spPr>
      </c:pivotFmt>
      <c:pivotFmt>
        <c:idx val="9"/>
        <c:spPr>
          <a:solidFill>
            <a:schemeClr val="accent1"/>
          </a:solidFill>
          <a:ln w="19050">
            <a:solidFill>
              <a:schemeClr val="lt1"/>
            </a:solidFill>
          </a:ln>
          <a:effectLst/>
        </c:spPr>
      </c:pivotFmt>
      <c:pivotFmt>
        <c:idx val="10"/>
        <c:spPr>
          <a:solidFill>
            <a:schemeClr val="accent1"/>
          </a:solidFill>
          <a:ln w="19050">
            <a:solidFill>
              <a:schemeClr val="lt1"/>
            </a:solidFill>
          </a:ln>
          <a:effectLst/>
        </c:spPr>
      </c:pivotFmt>
      <c:pivotFmt>
        <c:idx val="11"/>
        <c:spPr>
          <a:solidFill>
            <a:schemeClr val="accent1"/>
          </a:solidFill>
          <a:ln w="19050">
            <a:solidFill>
              <a:schemeClr val="lt1"/>
            </a:solidFill>
          </a:ln>
          <a:effectLst/>
        </c:spPr>
      </c:pivotFmt>
      <c:pivotFmt>
        <c:idx val="12"/>
        <c:spPr>
          <a:solidFill>
            <a:schemeClr val="accent1"/>
          </a:solidFill>
          <a:ln w="19050">
            <a:solidFill>
              <a:schemeClr val="lt1"/>
            </a:solidFill>
          </a:ln>
          <a:effectLst/>
        </c:spPr>
      </c:pivotFmt>
      <c:pivotFmt>
        <c:idx val="13"/>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4"/>
        <c:spPr>
          <a:solidFill>
            <a:schemeClr val="accent1"/>
          </a:solidFill>
          <a:ln w="19050">
            <a:solidFill>
              <a:schemeClr val="lt1"/>
            </a:solidFill>
          </a:ln>
          <a:effectLst/>
        </c:spPr>
      </c:pivotFmt>
      <c:pivotFmt>
        <c:idx val="15"/>
        <c:spPr>
          <a:solidFill>
            <a:schemeClr val="accent1"/>
          </a:solidFill>
          <a:ln w="19050">
            <a:solidFill>
              <a:schemeClr val="lt1"/>
            </a:solidFill>
          </a:ln>
          <a:effectLst/>
        </c:spPr>
      </c:pivotFmt>
      <c:pivotFmt>
        <c:idx val="16"/>
        <c:spPr>
          <a:solidFill>
            <a:schemeClr val="accent1"/>
          </a:solidFill>
          <a:ln w="19050">
            <a:solidFill>
              <a:schemeClr val="lt1"/>
            </a:solidFill>
          </a:ln>
          <a:effectLst/>
        </c:spPr>
      </c:pivotFmt>
      <c:pivotFmt>
        <c:idx val="17"/>
        <c:spPr>
          <a:solidFill>
            <a:schemeClr val="accent1"/>
          </a:solidFill>
          <a:ln w="19050">
            <a:solidFill>
              <a:schemeClr val="lt1"/>
            </a:solidFill>
          </a:ln>
          <a:effectLst/>
        </c:spPr>
      </c:pivotFmt>
      <c:pivotFmt>
        <c:idx val="18"/>
        <c:spPr>
          <a:solidFill>
            <a:schemeClr val="accent1"/>
          </a:solidFill>
          <a:ln w="19050">
            <a:solidFill>
              <a:schemeClr val="lt1"/>
            </a:solidFill>
          </a:ln>
          <a:effectLst/>
        </c:spPr>
      </c:pivotFmt>
      <c:pivotFmt>
        <c:idx val="19"/>
        <c:spPr>
          <a:solidFill>
            <a:schemeClr val="accent1"/>
          </a:solidFill>
          <a:ln w="19050">
            <a:solidFill>
              <a:schemeClr val="lt1"/>
            </a:solidFill>
          </a:ln>
          <a:effectLst/>
        </c:spPr>
      </c:pivotFmt>
      <c:pivotFmt>
        <c:idx val="20"/>
        <c:spPr>
          <a:solidFill>
            <a:schemeClr val="accent1"/>
          </a:solidFill>
          <a:ln w="19050">
            <a:solidFill>
              <a:schemeClr val="lt1"/>
            </a:solidFill>
          </a:ln>
          <a:effectLst/>
        </c:spPr>
      </c:pivotFmt>
      <c:pivotFmt>
        <c:idx val="21"/>
        <c:spPr>
          <a:solidFill>
            <a:schemeClr val="accent1"/>
          </a:solidFill>
          <a:ln w="19050">
            <a:solidFill>
              <a:schemeClr val="lt1"/>
            </a:solidFill>
          </a:ln>
          <a:effectLst/>
        </c:spPr>
      </c:pivotFmt>
      <c:pivotFmt>
        <c:idx val="22"/>
        <c:spPr>
          <a:solidFill>
            <a:schemeClr val="accent1"/>
          </a:solidFill>
          <a:ln w="19050">
            <a:solidFill>
              <a:schemeClr val="lt1"/>
            </a:solidFill>
          </a:ln>
          <a:effectLst/>
        </c:spPr>
      </c:pivotFmt>
      <c:pivotFmt>
        <c:idx val="23"/>
        <c:spPr>
          <a:solidFill>
            <a:schemeClr val="accent1"/>
          </a:solidFill>
          <a:ln w="19050">
            <a:solidFill>
              <a:schemeClr val="lt1"/>
            </a:solidFill>
          </a:ln>
          <a:effectLst/>
        </c:spPr>
      </c:pivotFmt>
      <c:pivotFmt>
        <c:idx val="24"/>
        <c:spPr>
          <a:solidFill>
            <a:schemeClr val="accent1"/>
          </a:solidFill>
          <a:ln w="19050">
            <a:solidFill>
              <a:schemeClr val="lt1"/>
            </a:solidFill>
          </a:ln>
          <a:effectLst/>
        </c:spPr>
      </c:pivotFmt>
      <c:pivotFmt>
        <c:idx val="25"/>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26"/>
        <c:spPr>
          <a:solidFill>
            <a:schemeClr val="accent1"/>
          </a:solidFill>
          <a:ln w="19050">
            <a:solidFill>
              <a:schemeClr val="lt1"/>
            </a:solidFill>
          </a:ln>
          <a:effectLst/>
        </c:spPr>
      </c:pivotFmt>
      <c:pivotFmt>
        <c:idx val="27"/>
        <c:spPr>
          <a:solidFill>
            <a:schemeClr val="accent1"/>
          </a:solidFill>
          <a:ln w="19050">
            <a:solidFill>
              <a:schemeClr val="lt1"/>
            </a:solidFill>
          </a:ln>
          <a:effectLst/>
        </c:spPr>
      </c:pivotFmt>
      <c:pivotFmt>
        <c:idx val="28"/>
        <c:spPr>
          <a:solidFill>
            <a:schemeClr val="accent1"/>
          </a:solidFill>
          <a:ln w="19050">
            <a:solidFill>
              <a:schemeClr val="lt1"/>
            </a:solidFill>
          </a:ln>
          <a:effectLst/>
        </c:spPr>
      </c:pivotFmt>
      <c:pivotFmt>
        <c:idx val="29"/>
        <c:spPr>
          <a:solidFill>
            <a:schemeClr val="accent1"/>
          </a:solidFill>
          <a:ln w="19050">
            <a:solidFill>
              <a:schemeClr val="lt1"/>
            </a:solidFill>
          </a:ln>
          <a:effectLst/>
        </c:spPr>
      </c:pivotFmt>
      <c:pivotFmt>
        <c:idx val="30"/>
        <c:spPr>
          <a:solidFill>
            <a:schemeClr val="accent1"/>
          </a:solidFill>
          <a:ln w="19050">
            <a:solidFill>
              <a:schemeClr val="lt1"/>
            </a:solidFill>
          </a:ln>
          <a:effectLst/>
        </c:spPr>
      </c:pivotFmt>
      <c:pivotFmt>
        <c:idx val="31"/>
        <c:spPr>
          <a:solidFill>
            <a:schemeClr val="accent1"/>
          </a:solidFill>
          <a:ln w="19050">
            <a:solidFill>
              <a:schemeClr val="lt1"/>
            </a:solidFill>
          </a:ln>
          <a:effectLst/>
        </c:spPr>
      </c:pivotFmt>
      <c:pivotFmt>
        <c:idx val="32"/>
        <c:spPr>
          <a:solidFill>
            <a:schemeClr val="accent1"/>
          </a:solidFill>
          <a:ln w="19050">
            <a:solidFill>
              <a:schemeClr val="lt1"/>
            </a:solidFill>
          </a:ln>
          <a:effectLst/>
        </c:spPr>
      </c:pivotFmt>
      <c:pivotFmt>
        <c:idx val="33"/>
        <c:spPr>
          <a:solidFill>
            <a:schemeClr val="accent1"/>
          </a:solidFill>
          <a:ln w="19050">
            <a:solidFill>
              <a:schemeClr val="lt1"/>
            </a:solidFill>
          </a:ln>
          <a:effectLst/>
        </c:spPr>
      </c:pivotFmt>
      <c:pivotFmt>
        <c:idx val="34"/>
        <c:spPr>
          <a:solidFill>
            <a:schemeClr val="accent1"/>
          </a:solidFill>
          <a:ln w="19050">
            <a:solidFill>
              <a:schemeClr val="lt1"/>
            </a:solidFill>
          </a:ln>
          <a:effectLst/>
        </c:spPr>
      </c:pivotFmt>
      <c:pivotFmt>
        <c:idx val="35"/>
        <c:spPr>
          <a:solidFill>
            <a:schemeClr val="accent1"/>
          </a:solidFill>
          <a:ln w="19050">
            <a:solidFill>
              <a:schemeClr val="lt1"/>
            </a:solidFill>
          </a:ln>
          <a:effectLst/>
        </c:spPr>
      </c:pivotFmt>
      <c:pivotFmt>
        <c:idx val="36"/>
        <c:spPr>
          <a:solidFill>
            <a:schemeClr val="accent1"/>
          </a:solidFill>
          <a:ln w="19050">
            <a:solidFill>
              <a:schemeClr val="lt1"/>
            </a:solidFill>
          </a:ln>
          <a:effectLst/>
        </c:spPr>
      </c:pivotFmt>
      <c:pivotFmt>
        <c:idx val="37"/>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38"/>
        <c:spPr>
          <a:solidFill>
            <a:schemeClr val="accent1"/>
          </a:solidFill>
          <a:ln w="19050">
            <a:solidFill>
              <a:schemeClr val="lt1"/>
            </a:solidFill>
          </a:ln>
          <a:effectLst/>
        </c:spPr>
      </c:pivotFmt>
      <c:pivotFmt>
        <c:idx val="39"/>
        <c:spPr>
          <a:solidFill>
            <a:schemeClr val="accent1"/>
          </a:solidFill>
          <a:ln w="19050">
            <a:solidFill>
              <a:schemeClr val="lt1"/>
            </a:solidFill>
          </a:ln>
          <a:effectLst/>
        </c:spPr>
      </c:pivotFmt>
      <c:pivotFmt>
        <c:idx val="40"/>
        <c:spPr>
          <a:solidFill>
            <a:schemeClr val="accent1"/>
          </a:solidFill>
          <a:ln w="19050">
            <a:solidFill>
              <a:schemeClr val="lt1"/>
            </a:solidFill>
          </a:ln>
          <a:effectLst/>
        </c:spPr>
      </c:pivotFmt>
      <c:pivotFmt>
        <c:idx val="41"/>
        <c:spPr>
          <a:solidFill>
            <a:schemeClr val="accent1"/>
          </a:solidFill>
          <a:ln w="19050">
            <a:solidFill>
              <a:schemeClr val="lt1"/>
            </a:solidFill>
          </a:ln>
          <a:effectLst/>
        </c:spPr>
      </c:pivotFmt>
      <c:pivotFmt>
        <c:idx val="42"/>
        <c:spPr>
          <a:solidFill>
            <a:schemeClr val="accent1"/>
          </a:solidFill>
          <a:ln w="19050">
            <a:solidFill>
              <a:schemeClr val="lt1"/>
            </a:solidFill>
          </a:ln>
          <a:effectLst/>
        </c:spPr>
      </c:pivotFmt>
      <c:pivotFmt>
        <c:idx val="43"/>
        <c:spPr>
          <a:solidFill>
            <a:schemeClr val="accent1"/>
          </a:solidFill>
          <a:ln w="19050">
            <a:solidFill>
              <a:schemeClr val="lt1"/>
            </a:solidFill>
          </a:ln>
          <a:effectLst/>
        </c:spPr>
      </c:pivotFmt>
      <c:pivotFmt>
        <c:idx val="44"/>
        <c:spPr>
          <a:solidFill>
            <a:schemeClr val="accent1"/>
          </a:solidFill>
          <a:ln w="19050">
            <a:solidFill>
              <a:schemeClr val="lt1"/>
            </a:solidFill>
          </a:ln>
          <a:effectLst/>
        </c:spPr>
      </c:pivotFmt>
      <c:pivotFmt>
        <c:idx val="45"/>
        <c:spPr>
          <a:solidFill>
            <a:schemeClr val="accent1"/>
          </a:solidFill>
          <a:ln w="19050">
            <a:solidFill>
              <a:schemeClr val="lt1"/>
            </a:solidFill>
          </a:ln>
          <a:effectLst/>
        </c:spPr>
      </c:pivotFmt>
      <c:pivotFmt>
        <c:idx val="46"/>
        <c:spPr>
          <a:solidFill>
            <a:schemeClr val="accent1"/>
          </a:solidFill>
          <a:ln w="19050">
            <a:solidFill>
              <a:schemeClr val="lt1"/>
            </a:solidFill>
          </a:ln>
          <a:effectLst/>
        </c:spPr>
      </c:pivotFmt>
      <c:pivotFmt>
        <c:idx val="47"/>
        <c:spPr>
          <a:solidFill>
            <a:schemeClr val="accent1"/>
          </a:solidFill>
          <a:ln w="19050">
            <a:solidFill>
              <a:schemeClr val="lt1"/>
            </a:solidFill>
          </a:ln>
          <a:effectLst/>
        </c:spPr>
      </c:pivotFmt>
      <c:pivotFmt>
        <c:idx val="48"/>
        <c:spPr>
          <a:solidFill>
            <a:schemeClr val="accent1"/>
          </a:solidFill>
          <a:ln w="19050">
            <a:solidFill>
              <a:schemeClr val="lt1"/>
            </a:solidFill>
          </a:ln>
          <a:effectLst/>
        </c:spPr>
      </c:pivotFmt>
    </c:pivotFmts>
    <c:plotArea>
      <c:layout>
        <c:manualLayout>
          <c:layoutTarget val="inner"/>
          <c:xMode val="edge"/>
          <c:yMode val="edge"/>
          <c:x val="2.1182385849885573E-3"/>
          <c:y val="0.27484988143332623"/>
          <c:w val="0.51162256097405379"/>
          <c:h val="0.70977775312760538"/>
        </c:manualLayout>
      </c:layout>
      <c:pieChart>
        <c:varyColors val="1"/>
        <c:dLbls>
          <c:dLblPos val="bestFit"/>
          <c:showLegendKey val="0"/>
          <c:showVal val="1"/>
          <c:showCatName val="0"/>
          <c:showSerName val="0"/>
          <c:showPercent val="0"/>
          <c:showBubbleSize val="0"/>
          <c:showLeaderLines val="0"/>
        </c:dLbls>
        <c:firstSliceAng val="0"/>
      </c:pieChart>
      <c:spPr>
        <a:noFill/>
        <a:ln>
          <a:noFill/>
        </a:ln>
        <a:effectLst/>
      </c:spPr>
    </c:plotArea>
    <c:legend>
      <c:legendPos val="r"/>
      <c:layout>
        <c:manualLayout>
          <c:xMode val="edge"/>
          <c:yMode val="edge"/>
          <c:x val="0.67086276050734883"/>
          <c:y val="0.13243739959501441"/>
          <c:w val="0.32465192394244297"/>
          <c:h val="0.86430453175886701"/>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[Zomato_Data_1 (1)sss new   new new.xlsx]Pivot Tables!PivotTable20</c:name>
    <c:fmtId val="25"/>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Average Rating Of Top Cuisines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dLbl>
          <c:idx val="0"/>
          <c:showLegendKey val="0"/>
          <c:showVal val="0"/>
          <c:showCatName val="0"/>
          <c:showSerName val="0"/>
          <c:showPercent val="0"/>
          <c:showBubbleSize val="0"/>
          <c:extLst>
            <c:ext xmlns:c15="http://schemas.microsoft.com/office/drawing/2012/chart" uri="{CE6537A1-D6FC-4f65-9D91-7224C49458BB}"/>
          </c:extLst>
        </c:dLbl>
      </c:pivotFmt>
      <c:pivotFmt>
        <c:idx val="2"/>
      </c:pivotFmt>
      <c:pivotFmt>
        <c:idx val="3"/>
      </c:pivotFmt>
      <c:pivotFmt>
        <c:idx val="4"/>
      </c:pivotFmt>
      <c:pivotFmt>
        <c:idx val="5"/>
      </c:pivotFmt>
      <c:pivotFmt>
        <c:idx val="6"/>
      </c:pivotFmt>
      <c:pivotFmt>
        <c:idx val="7"/>
      </c:pivotFmt>
      <c:pivotFmt>
        <c:idx val="8"/>
      </c:pivotFmt>
      <c:pivotFmt>
        <c:idx val="9"/>
      </c:pivotFmt>
      <c:pivotFmt>
        <c:idx val="10"/>
      </c:pivotFmt>
      <c:pivotFmt>
        <c:idx val="11"/>
      </c:pivotFmt>
      <c:pivotFmt>
        <c:idx val="12"/>
      </c:pivotFmt>
      <c:pivotFmt>
        <c:idx val="13"/>
      </c:pivotFmt>
      <c:pivotFmt>
        <c:idx val="14"/>
      </c:pivotFmt>
      <c:pivotFmt>
        <c:idx val="15"/>
      </c:pivotFmt>
      <c:pivotFmt>
        <c:idx val="16"/>
      </c:pivotFmt>
      <c:pivotFmt>
        <c:idx val="17"/>
      </c:pivotFmt>
      <c:pivotFmt>
        <c:idx val="18"/>
      </c:pivotFmt>
      <c:pivotFmt>
        <c:idx val="19"/>
      </c:pivotFmt>
      <c:pivotFmt>
        <c:idx val="20"/>
        <c:spPr>
          <a:solidFill>
            <a:schemeClr val="accent1"/>
          </a:solidFill>
          <a:ln>
            <a:noFill/>
          </a:ln>
          <a:effectLst/>
          <a:sp3d/>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1"/>
        <c:spPr>
          <a:solidFill>
            <a:schemeClr val="accent1"/>
          </a:solidFill>
          <a:ln>
            <a:noFill/>
          </a:ln>
          <a:effectLst/>
          <a:sp3d/>
        </c:spPr>
      </c:pivotFmt>
      <c:pivotFmt>
        <c:idx val="22"/>
        <c:spPr>
          <a:solidFill>
            <a:schemeClr val="accent1"/>
          </a:solidFill>
          <a:ln>
            <a:noFill/>
          </a:ln>
          <a:effectLst/>
          <a:sp3d/>
        </c:spPr>
      </c:pivotFmt>
      <c:pivotFmt>
        <c:idx val="23"/>
        <c:spPr>
          <a:solidFill>
            <a:schemeClr val="accent1"/>
          </a:solidFill>
          <a:ln>
            <a:noFill/>
          </a:ln>
          <a:effectLst/>
          <a:sp3d/>
        </c:spPr>
      </c:pivotFmt>
      <c:pivotFmt>
        <c:idx val="24"/>
        <c:spPr>
          <a:solidFill>
            <a:schemeClr val="accent1"/>
          </a:solidFill>
          <a:ln>
            <a:noFill/>
          </a:ln>
          <a:effectLst/>
          <a:sp3d/>
        </c:spPr>
      </c:pivotFmt>
      <c:pivotFmt>
        <c:idx val="25"/>
        <c:spPr>
          <a:solidFill>
            <a:schemeClr val="accent1"/>
          </a:solidFill>
          <a:ln>
            <a:noFill/>
          </a:ln>
          <a:effectLst/>
          <a:sp3d/>
        </c:spPr>
      </c:pivotFmt>
      <c:pivotFmt>
        <c:idx val="26"/>
        <c:spPr>
          <a:solidFill>
            <a:schemeClr val="accent1"/>
          </a:solidFill>
          <a:ln>
            <a:noFill/>
          </a:ln>
          <a:effectLst/>
          <a:sp3d/>
        </c:spPr>
      </c:pivotFmt>
      <c:pivotFmt>
        <c:idx val="27"/>
        <c:spPr>
          <a:solidFill>
            <a:schemeClr val="accent1"/>
          </a:solidFill>
          <a:ln>
            <a:noFill/>
          </a:ln>
          <a:effectLst/>
          <a:sp3d/>
        </c:spPr>
      </c:pivotFmt>
      <c:pivotFmt>
        <c:idx val="28"/>
        <c:spPr>
          <a:solidFill>
            <a:schemeClr val="accent1"/>
          </a:solidFill>
          <a:ln>
            <a:noFill/>
          </a:ln>
          <a:effectLst/>
          <a:sp3d/>
        </c:spPr>
      </c:pivotFmt>
      <c:pivotFmt>
        <c:idx val="29"/>
        <c:spPr>
          <a:solidFill>
            <a:schemeClr val="accent1"/>
          </a:solidFill>
          <a:ln>
            <a:noFill/>
          </a:ln>
          <a:effectLst/>
          <a:sp3d/>
        </c:spPr>
      </c:pivotFmt>
      <c:pivotFmt>
        <c:idx val="30"/>
        <c:spPr>
          <a:solidFill>
            <a:schemeClr val="accent1"/>
          </a:solidFill>
          <a:ln>
            <a:noFill/>
          </a:ln>
          <a:effectLst/>
          <a:sp3d/>
        </c:spPr>
      </c:pivotFmt>
      <c:pivotFmt>
        <c:idx val="31"/>
        <c:spPr>
          <a:solidFill>
            <a:schemeClr val="accent1"/>
          </a:solidFill>
          <a:ln>
            <a:noFill/>
          </a:ln>
          <a:effectLst/>
          <a:sp3d/>
        </c:spPr>
      </c:pivotFmt>
      <c:pivotFmt>
        <c:idx val="32"/>
        <c:spPr>
          <a:solidFill>
            <a:schemeClr val="accent1"/>
          </a:solidFill>
          <a:ln>
            <a:noFill/>
          </a:ln>
          <a:effectLst/>
          <a:sp3d/>
        </c:spPr>
      </c:pivotFmt>
      <c:pivotFmt>
        <c:idx val="33"/>
        <c:spPr>
          <a:solidFill>
            <a:schemeClr val="accent1"/>
          </a:solidFill>
          <a:ln>
            <a:noFill/>
          </a:ln>
          <a:effectLst/>
          <a:sp3d/>
        </c:spPr>
      </c:pivotFmt>
      <c:pivotFmt>
        <c:idx val="34"/>
        <c:spPr>
          <a:solidFill>
            <a:schemeClr val="accent1"/>
          </a:solidFill>
          <a:ln>
            <a:noFill/>
          </a:ln>
          <a:effectLst/>
          <a:sp3d/>
        </c:spPr>
      </c:pivotFmt>
      <c:pivotFmt>
        <c:idx val="35"/>
        <c:spPr>
          <a:solidFill>
            <a:schemeClr val="accent1"/>
          </a:solidFill>
          <a:ln>
            <a:noFill/>
          </a:ln>
          <a:effectLst/>
          <a:sp3d/>
        </c:spPr>
      </c:pivotFmt>
      <c:pivotFmt>
        <c:idx val="36"/>
        <c:spPr>
          <a:solidFill>
            <a:schemeClr val="accent1"/>
          </a:solidFill>
          <a:ln>
            <a:noFill/>
          </a:ln>
          <a:effectLst/>
          <a:sp3d/>
        </c:spPr>
      </c:pivotFmt>
      <c:pivotFmt>
        <c:idx val="37"/>
        <c:spPr>
          <a:solidFill>
            <a:schemeClr val="accent1"/>
          </a:solidFill>
          <a:ln>
            <a:noFill/>
          </a:ln>
          <a:effectLst/>
          <a:sp3d/>
        </c:spPr>
      </c:pivotFmt>
      <c:pivotFmt>
        <c:idx val="38"/>
        <c:spPr>
          <a:solidFill>
            <a:schemeClr val="accent1"/>
          </a:solidFill>
          <a:ln>
            <a:noFill/>
          </a:ln>
          <a:effectLst/>
          <a:sp3d/>
        </c:spPr>
      </c:pivotFmt>
      <c:pivotFmt>
        <c:idx val="39"/>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0"/>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0.11676913299828512"/>
          <c:y val="0.18021977002992648"/>
          <c:w val="0.72249899103096438"/>
          <c:h val="0.41726981063966884"/>
        </c:manualLayout>
      </c:layout>
      <c:bar3DChart>
        <c:barDir val="col"/>
        <c:grouping val="clustered"/>
        <c:varyColors val="0"/>
        <c:ser>
          <c:idx val="0"/>
          <c:order val="0"/>
          <c:tx>
            <c:strRef>
              <c:f>'Pivot Tables'!$Y$50</c:f>
              <c:strCache>
                <c:ptCount val="1"/>
                <c:pt idx="0">
                  <c:v>Total</c:v>
                </c:pt>
              </c:strCache>
            </c:strRef>
          </c:tx>
          <c:spPr>
            <a:solidFill>
              <a:schemeClr val="accent1"/>
            </a:solidFill>
            <a:ln>
              <a:noFill/>
            </a:ln>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 Tables'!$X$51:$X$68</c:f>
              <c:strCache>
                <c:ptCount val="17"/>
                <c:pt idx="0">
                  <c:v>American, BBQ, Sandwich</c:v>
                </c:pt>
                <c:pt idx="1">
                  <c:v>American, Burger, Grill</c:v>
                </c:pt>
                <c:pt idx="2">
                  <c:v>American, Caribbean, Seafood</c:v>
                </c:pt>
                <c:pt idx="3">
                  <c:v>American, Coffee and Tea</c:v>
                </c:pt>
                <c:pt idx="4">
                  <c:v>American, Sandwich, Tea</c:v>
                </c:pt>
                <c:pt idx="5">
                  <c:v>BBQ, Breakfast, Southern</c:v>
                </c:pt>
                <c:pt idx="6">
                  <c:v>Burger, Bar Food, Steak</c:v>
                </c:pt>
                <c:pt idx="7">
                  <c:v>Continental, Indian</c:v>
                </c:pt>
                <c:pt idx="8">
                  <c:v>European, Asian, Indian</c:v>
                </c:pt>
                <c:pt idx="9">
                  <c:v>European, German</c:v>
                </c:pt>
                <c:pt idx="10">
                  <c:v>Hawaiian, Seafood</c:v>
                </c:pt>
                <c:pt idx="11">
                  <c:v>Italian, Bakery, Continental</c:v>
                </c:pt>
                <c:pt idx="12">
                  <c:v>Italian, Deli</c:v>
                </c:pt>
                <c:pt idx="13">
                  <c:v>Mexican, American, Healthy Food</c:v>
                </c:pt>
                <c:pt idx="14">
                  <c:v>Mughlai, Lucknowi</c:v>
                </c:pt>
                <c:pt idx="15">
                  <c:v>Sunda, Indonesian</c:v>
                </c:pt>
                <c:pt idx="16">
                  <c:v>Taiwanese, Street Food</c:v>
                </c:pt>
              </c:strCache>
            </c:strRef>
          </c:cat>
          <c:val>
            <c:numRef>
              <c:f>'Pivot Tables'!$Y$51:$Y$68</c:f>
              <c:numCache>
                <c:formatCode>General</c:formatCode>
                <c:ptCount val="17"/>
                <c:pt idx="0">
                  <c:v>4.9000000000000004</c:v>
                </c:pt>
                <c:pt idx="1">
                  <c:v>4.9000000000000004</c:v>
                </c:pt>
                <c:pt idx="2">
                  <c:v>4.9000000000000004</c:v>
                </c:pt>
                <c:pt idx="3">
                  <c:v>4.9000000000000004</c:v>
                </c:pt>
                <c:pt idx="4">
                  <c:v>4.9000000000000004</c:v>
                </c:pt>
                <c:pt idx="5">
                  <c:v>4.9000000000000004</c:v>
                </c:pt>
                <c:pt idx="6">
                  <c:v>4.9000000000000004</c:v>
                </c:pt>
                <c:pt idx="7">
                  <c:v>4.9000000000000004</c:v>
                </c:pt>
                <c:pt idx="8">
                  <c:v>4.9000000000000004</c:v>
                </c:pt>
                <c:pt idx="9">
                  <c:v>4.9000000000000004</c:v>
                </c:pt>
                <c:pt idx="10">
                  <c:v>4.9000000000000004</c:v>
                </c:pt>
                <c:pt idx="11">
                  <c:v>4.9000000000000004</c:v>
                </c:pt>
                <c:pt idx="12">
                  <c:v>4.9000000000000004</c:v>
                </c:pt>
                <c:pt idx="13">
                  <c:v>4.9000000000000004</c:v>
                </c:pt>
                <c:pt idx="14">
                  <c:v>4.9000000000000004</c:v>
                </c:pt>
                <c:pt idx="15">
                  <c:v>4.9000000000000004</c:v>
                </c:pt>
                <c:pt idx="16">
                  <c:v>4.9000000000000004</c:v>
                </c:pt>
              </c:numCache>
            </c:numRef>
          </c:val>
          <c:extLst>
            <c:ext xmlns:c16="http://schemas.microsoft.com/office/drawing/2014/chart" uri="{C3380CC4-5D6E-409C-BE32-E72D297353CC}">
              <c16:uniqueId val="{00000000-1DBD-46B7-B01E-170533F889A0}"/>
            </c:ext>
          </c:extLst>
        </c:ser>
        <c:dLbls>
          <c:showLegendKey val="0"/>
          <c:showVal val="0"/>
          <c:showCatName val="0"/>
          <c:showSerName val="0"/>
          <c:showPercent val="0"/>
          <c:showBubbleSize val="0"/>
        </c:dLbls>
        <c:gapWidth val="150"/>
        <c:shape val="box"/>
        <c:axId val="1321479103"/>
        <c:axId val="1321482463"/>
        <c:axId val="0"/>
      </c:bar3DChart>
      <c:catAx>
        <c:axId val="1321479103"/>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21482463"/>
        <c:crosses val="autoZero"/>
        <c:auto val="1"/>
        <c:lblAlgn val="ctr"/>
        <c:lblOffset val="100"/>
        <c:noMultiLvlLbl val="0"/>
      </c:catAx>
      <c:valAx>
        <c:axId val="132148246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2147910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pivotSource>
    <c:name>[Zomato_Data_1 (2)   sunny new large.xlsx]Pivot Tables!PivotTable4</c:name>
    <c:fmtId val="18"/>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Average rating of Table</a:t>
            </a:r>
            <a:r>
              <a:rPr lang="en-US" baseline="0" dirty="0"/>
              <a:t> booking</a:t>
            </a:r>
            <a:endParaRPr lang="en-US" dirty="0"/>
          </a:p>
        </c:rich>
      </c:tx>
      <c:layout>
        <c:manualLayout>
          <c:xMode val="edge"/>
          <c:yMode val="edge"/>
          <c:x val="0.49410655460430486"/>
          <c:y val="4.9502985770637817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19050">
            <a:solidFill>
              <a:schemeClr val="lt1"/>
            </a:solidFill>
          </a:ln>
          <a:effectLst/>
        </c:spPr>
      </c:pivotFmt>
      <c:pivotFmt>
        <c:idx val="3"/>
        <c:spPr>
          <a:solidFill>
            <a:schemeClr val="accent1"/>
          </a:solidFill>
          <a:ln w="19050">
            <a:solidFill>
              <a:schemeClr val="lt1"/>
            </a:solidFill>
          </a:ln>
          <a:effectLst/>
        </c:spPr>
      </c:pivotFmt>
      <c:pivotFmt>
        <c:idx val="4"/>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hade val="76000"/>
            </a:schemeClr>
          </a:solidFill>
          <a:ln w="19050">
            <a:solidFill>
              <a:schemeClr val="lt1"/>
            </a:solidFill>
          </a:ln>
          <a:effectLst/>
        </c:spPr>
      </c:pivotFmt>
      <c:pivotFmt>
        <c:idx val="6"/>
        <c:spPr>
          <a:solidFill>
            <a:schemeClr val="accent1">
              <a:tint val="77000"/>
            </a:schemeClr>
          </a:solidFill>
          <a:ln w="19050">
            <a:solidFill>
              <a:schemeClr val="lt1"/>
            </a:solidFill>
          </a:ln>
          <a:effectLst/>
        </c:spPr>
      </c:pivotFmt>
      <c:pivotFmt>
        <c:idx val="7"/>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hade val="76000"/>
            </a:schemeClr>
          </a:solidFill>
          <a:ln w="19050">
            <a:solidFill>
              <a:schemeClr val="lt1"/>
            </a:solidFill>
          </a:ln>
          <a:effectLst/>
        </c:spPr>
      </c:pivotFmt>
      <c:pivotFmt>
        <c:idx val="9"/>
        <c:spPr>
          <a:solidFill>
            <a:schemeClr val="accent1">
              <a:tint val="77000"/>
            </a:schemeClr>
          </a:solidFill>
          <a:ln w="19050">
            <a:solidFill>
              <a:schemeClr val="lt1"/>
            </a:solidFill>
          </a:ln>
          <a:effectLst/>
        </c:spPr>
      </c:pivotFmt>
      <c:pivotFmt>
        <c:idx val="1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1">
              <a:shade val="76000"/>
            </a:schemeClr>
          </a:solidFill>
          <a:ln w="19050">
            <a:solidFill>
              <a:schemeClr val="lt1"/>
            </a:solidFill>
          </a:ln>
          <a:effectLst/>
        </c:spPr>
      </c:pivotFmt>
      <c:pivotFmt>
        <c:idx val="12"/>
        <c:spPr>
          <a:solidFill>
            <a:schemeClr val="accent1">
              <a:tint val="77000"/>
            </a:schemeClr>
          </a:solidFill>
          <a:ln w="19050">
            <a:solidFill>
              <a:schemeClr val="lt1"/>
            </a:solidFill>
          </a:ln>
          <a:effectLst/>
        </c:spPr>
      </c:pivotFmt>
    </c:pivotFmts>
    <c:plotArea>
      <c:layout/>
      <c:doughnutChart>
        <c:varyColors val="1"/>
        <c:ser>
          <c:idx val="0"/>
          <c:order val="0"/>
          <c:tx>
            <c:strRef>
              <c:f>'Pivot Tables'!$G$29</c:f>
              <c:strCache>
                <c:ptCount val="1"/>
                <c:pt idx="0">
                  <c:v>Total</c:v>
                </c:pt>
              </c:strCache>
            </c:strRef>
          </c:tx>
          <c:dPt>
            <c:idx val="0"/>
            <c:bubble3D val="0"/>
            <c:spPr>
              <a:solidFill>
                <a:schemeClr val="accent1">
                  <a:shade val="76000"/>
                </a:schemeClr>
              </a:solidFill>
              <a:ln w="19050">
                <a:solidFill>
                  <a:schemeClr val="lt1"/>
                </a:solidFill>
              </a:ln>
              <a:effectLst/>
            </c:spPr>
            <c:extLst>
              <c:ext xmlns:c16="http://schemas.microsoft.com/office/drawing/2014/chart" uri="{C3380CC4-5D6E-409C-BE32-E72D297353CC}">
                <c16:uniqueId val="{00000001-5E5E-4536-BAC4-BD06016D4B80}"/>
              </c:ext>
            </c:extLst>
          </c:dPt>
          <c:dPt>
            <c:idx val="1"/>
            <c:bubble3D val="0"/>
            <c:spPr>
              <a:solidFill>
                <a:schemeClr val="accent1">
                  <a:tint val="77000"/>
                </a:schemeClr>
              </a:solidFill>
              <a:ln w="19050">
                <a:solidFill>
                  <a:schemeClr val="lt1"/>
                </a:solidFill>
              </a:ln>
              <a:effectLst/>
            </c:spPr>
            <c:extLst>
              <c:ext xmlns:c16="http://schemas.microsoft.com/office/drawing/2014/chart" uri="{C3380CC4-5D6E-409C-BE32-E72D297353CC}">
                <c16:uniqueId val="{00000003-5E5E-4536-BAC4-BD06016D4B80}"/>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'Pivot Tables'!$F$30:$F$32</c:f>
              <c:strCache>
                <c:ptCount val="2"/>
                <c:pt idx="0">
                  <c:v>No</c:v>
                </c:pt>
                <c:pt idx="1">
                  <c:v>Yes</c:v>
                </c:pt>
              </c:strCache>
            </c:strRef>
          </c:cat>
          <c:val>
            <c:numRef>
              <c:f>'Pivot Tables'!$G$30:$G$32</c:f>
              <c:numCache>
                <c:formatCode>General</c:formatCode>
                <c:ptCount val="2"/>
                <c:pt idx="0">
                  <c:v>2.8096866436315997</c:v>
                </c:pt>
                <c:pt idx="1">
                  <c:v>3.4825561312607936</c:v>
                </c:pt>
              </c:numCache>
            </c:numRef>
          </c:val>
          <c:extLst>
            <c:ext xmlns:c16="http://schemas.microsoft.com/office/drawing/2014/chart" uri="{C3380CC4-5D6E-409C-BE32-E72D297353CC}">
              <c16:uniqueId val="{00000004-5E5E-4536-BAC4-BD06016D4B80}"/>
            </c:ext>
          </c:extLst>
        </c:ser>
        <c:dLbls>
          <c:showLegendKey val="0"/>
          <c:showVal val="1"/>
          <c:showCatName val="0"/>
          <c:showSerName val="0"/>
          <c:showPercent val="0"/>
          <c:showBubbleSize val="0"/>
          <c:showLeaderLines val="1"/>
        </c:dLbls>
        <c:firstSliceAng val="0"/>
        <c:holeSize val="75"/>
      </c:doughnut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pivotSource>
    <c:name>[Zomato_Data_1 (2)   sunny new large.xlsx]Pivot Tables!PivotTable5</c:name>
    <c:fmtId val="8"/>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Average</a:t>
            </a:r>
            <a:r>
              <a:rPr lang="en-US" baseline="0"/>
              <a:t> rating of online delivery</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19050">
            <a:solidFill>
              <a:schemeClr val="lt1"/>
            </a:solidFill>
          </a:ln>
          <a:effectLst/>
        </c:spPr>
      </c:pivotFmt>
      <c:pivotFmt>
        <c:idx val="3"/>
        <c:spPr>
          <a:solidFill>
            <a:schemeClr val="accent1"/>
          </a:solidFill>
          <a:ln w="19050">
            <a:solidFill>
              <a:schemeClr val="lt1"/>
            </a:solidFill>
          </a:ln>
          <a:effectLst/>
        </c:spPr>
      </c:pivotFmt>
      <c:pivotFmt>
        <c:idx val="4"/>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hade val="76000"/>
            </a:schemeClr>
          </a:solidFill>
          <a:ln w="19050">
            <a:solidFill>
              <a:schemeClr val="lt1"/>
            </a:solidFill>
          </a:ln>
          <a:effectLst/>
        </c:spPr>
      </c:pivotFmt>
      <c:pivotFmt>
        <c:idx val="6"/>
        <c:spPr>
          <a:solidFill>
            <a:schemeClr val="accent1">
              <a:tint val="77000"/>
            </a:schemeClr>
          </a:solidFill>
          <a:ln w="19050">
            <a:solidFill>
              <a:schemeClr val="lt1"/>
            </a:solidFill>
          </a:ln>
          <a:effectLst/>
        </c:spPr>
      </c:pivotFmt>
      <c:pivotFmt>
        <c:idx val="7"/>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hade val="76000"/>
            </a:schemeClr>
          </a:solidFill>
          <a:ln w="19050">
            <a:solidFill>
              <a:schemeClr val="lt1"/>
            </a:solidFill>
          </a:ln>
          <a:effectLst/>
        </c:spPr>
      </c:pivotFmt>
      <c:pivotFmt>
        <c:idx val="9"/>
        <c:spPr>
          <a:solidFill>
            <a:schemeClr val="accent1">
              <a:tint val="77000"/>
            </a:schemeClr>
          </a:solidFill>
          <a:ln w="19050">
            <a:solidFill>
              <a:schemeClr val="lt1"/>
            </a:solidFill>
          </a:ln>
          <a:effectLst/>
        </c:spPr>
      </c:pivotFmt>
      <c:pivotFmt>
        <c:idx val="1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1">
              <a:shade val="76000"/>
            </a:schemeClr>
          </a:solidFill>
          <a:ln w="19050">
            <a:solidFill>
              <a:schemeClr val="lt1"/>
            </a:solidFill>
          </a:ln>
          <a:effectLst/>
        </c:spPr>
      </c:pivotFmt>
      <c:pivotFmt>
        <c:idx val="12"/>
        <c:spPr>
          <a:solidFill>
            <a:schemeClr val="accent1">
              <a:tint val="77000"/>
            </a:schemeClr>
          </a:solidFill>
          <a:ln w="19050">
            <a:solidFill>
              <a:schemeClr val="lt1"/>
            </a:solidFill>
          </a:ln>
          <a:effectLst/>
        </c:spPr>
      </c:pivotFmt>
    </c:pivotFmts>
    <c:plotArea>
      <c:layout/>
      <c:doughnutChart>
        <c:varyColors val="1"/>
        <c:ser>
          <c:idx val="0"/>
          <c:order val="0"/>
          <c:tx>
            <c:strRef>
              <c:f>'Pivot Tables'!$G$40</c:f>
              <c:strCache>
                <c:ptCount val="1"/>
                <c:pt idx="0">
                  <c:v>Total</c:v>
                </c:pt>
              </c:strCache>
            </c:strRef>
          </c:tx>
          <c:dPt>
            <c:idx val="0"/>
            <c:bubble3D val="0"/>
            <c:spPr>
              <a:solidFill>
                <a:schemeClr val="accent1">
                  <a:shade val="76000"/>
                </a:schemeClr>
              </a:solidFill>
              <a:ln w="19050">
                <a:solidFill>
                  <a:schemeClr val="lt1"/>
                </a:solidFill>
              </a:ln>
              <a:effectLst/>
            </c:spPr>
            <c:extLst>
              <c:ext xmlns:c16="http://schemas.microsoft.com/office/drawing/2014/chart" uri="{C3380CC4-5D6E-409C-BE32-E72D297353CC}">
                <c16:uniqueId val="{00000001-1414-4E6E-94BD-06E764E1B3E3}"/>
              </c:ext>
            </c:extLst>
          </c:dPt>
          <c:dPt>
            <c:idx val="1"/>
            <c:bubble3D val="0"/>
            <c:spPr>
              <a:solidFill>
                <a:schemeClr val="accent1">
                  <a:tint val="77000"/>
                </a:schemeClr>
              </a:solidFill>
              <a:ln w="19050">
                <a:solidFill>
                  <a:schemeClr val="lt1"/>
                </a:solidFill>
              </a:ln>
              <a:effectLst/>
            </c:spPr>
            <c:extLst>
              <c:ext xmlns:c16="http://schemas.microsoft.com/office/drawing/2014/chart" uri="{C3380CC4-5D6E-409C-BE32-E72D297353CC}">
                <c16:uniqueId val="{00000003-1414-4E6E-94BD-06E764E1B3E3}"/>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'Pivot Tables'!$F$41:$F$43</c:f>
              <c:strCache>
                <c:ptCount val="2"/>
                <c:pt idx="0">
                  <c:v>No</c:v>
                </c:pt>
                <c:pt idx="1">
                  <c:v>Yes</c:v>
                </c:pt>
              </c:strCache>
            </c:strRef>
          </c:cat>
          <c:val>
            <c:numRef>
              <c:f>'Pivot Tables'!$G$41:$G$43</c:f>
              <c:numCache>
                <c:formatCode>General</c:formatCode>
                <c:ptCount val="2"/>
                <c:pt idx="0">
                  <c:v>2.7543098591549313</c:v>
                </c:pt>
                <c:pt idx="1">
                  <c:v>3.2880048959608312</c:v>
                </c:pt>
              </c:numCache>
            </c:numRef>
          </c:val>
          <c:extLst>
            <c:ext xmlns:c16="http://schemas.microsoft.com/office/drawing/2014/chart" uri="{C3380CC4-5D6E-409C-BE32-E72D297353CC}">
              <c16:uniqueId val="{00000004-1414-4E6E-94BD-06E764E1B3E3}"/>
            </c:ext>
          </c:extLst>
        </c:ser>
        <c:dLbls>
          <c:showLegendKey val="0"/>
          <c:showVal val="1"/>
          <c:showCatName val="0"/>
          <c:showSerName val="0"/>
          <c:showPercent val="0"/>
          <c:showBubbleSize val="0"/>
          <c:showLeaderLines val="1"/>
        </c:dLbls>
        <c:firstSliceAng val="0"/>
        <c:holeSize val="75"/>
      </c:doughnut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[Zomato_Data_1 (2)   sunny new large.xlsx]Pivot Tables!PivotTable11</c:name>
    <c:fmtId val="13"/>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Price</a:t>
            </a:r>
            <a:r>
              <a:rPr lang="en-US" baseline="0" dirty="0"/>
              <a:t> range-wise restaurants</a:t>
            </a:r>
            <a:endParaRPr lang="en-US" dirty="0"/>
          </a:p>
        </c:rich>
      </c:tx>
      <c:layout>
        <c:manualLayout>
          <c:xMode val="edge"/>
          <c:yMode val="edge"/>
          <c:x val="0.34164188317923672"/>
          <c:y val="6.5262674925441619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3"/>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4"/>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5"/>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6"/>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7"/>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8"/>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9"/>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ser>
          <c:idx val="0"/>
          <c:order val="0"/>
          <c:tx>
            <c:strRef>
              <c:f>'Pivot Tables'!$G$49:$G$50</c:f>
              <c:strCache>
                <c:ptCount val="1"/>
                <c:pt idx="0">
                  <c:v>1</c:v>
                </c:pt>
              </c:strCache>
            </c:strRef>
          </c:tx>
          <c:spPr>
            <a:solidFill>
              <a:schemeClr val="accent1"/>
            </a:solidFill>
            <a:ln>
              <a:noFill/>
            </a:ln>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 Tables'!$F$51:$F$66</c:f>
              <c:strCache>
                <c:ptCount val="15"/>
                <c:pt idx="0">
                  <c:v>Australia</c:v>
                </c:pt>
                <c:pt idx="1">
                  <c:v>Brazil</c:v>
                </c:pt>
                <c:pt idx="2">
                  <c:v>Canada</c:v>
                </c:pt>
                <c:pt idx="3">
                  <c:v>India</c:v>
                </c:pt>
                <c:pt idx="4">
                  <c:v>Indonesia</c:v>
                </c:pt>
                <c:pt idx="5">
                  <c:v>New Zealand</c:v>
                </c:pt>
                <c:pt idx="6">
                  <c:v>Philippines</c:v>
                </c:pt>
                <c:pt idx="7">
                  <c:v>Qatar</c:v>
                </c:pt>
                <c:pt idx="8">
                  <c:v>Singapore</c:v>
                </c:pt>
                <c:pt idx="9">
                  <c:v>South Africa</c:v>
                </c:pt>
                <c:pt idx="10">
                  <c:v>Sri Lanka</c:v>
                </c:pt>
                <c:pt idx="11">
                  <c:v>Turkey</c:v>
                </c:pt>
                <c:pt idx="12">
                  <c:v>United Arab Emirates</c:v>
                </c:pt>
                <c:pt idx="13">
                  <c:v>United Kingdom</c:v>
                </c:pt>
                <c:pt idx="14">
                  <c:v>United States of America</c:v>
                </c:pt>
              </c:strCache>
            </c:strRef>
          </c:cat>
          <c:val>
            <c:numRef>
              <c:f>'Pivot Tables'!$G$51:$G$66</c:f>
              <c:numCache>
                <c:formatCode>General</c:formatCode>
                <c:ptCount val="15"/>
                <c:pt idx="0">
                  <c:v>4</c:v>
                </c:pt>
                <c:pt idx="1">
                  <c:v>2</c:v>
                </c:pt>
                <c:pt idx="3">
                  <c:v>4295</c:v>
                </c:pt>
                <c:pt idx="5">
                  <c:v>3</c:v>
                </c:pt>
                <c:pt idx="13">
                  <c:v>4</c:v>
                </c:pt>
                <c:pt idx="14">
                  <c:v>136</c:v>
                </c:pt>
              </c:numCache>
            </c:numRef>
          </c:val>
          <c:extLst>
            <c:ext xmlns:c16="http://schemas.microsoft.com/office/drawing/2014/chart" uri="{C3380CC4-5D6E-409C-BE32-E72D297353CC}">
              <c16:uniqueId val="{00000000-2E5C-481B-9FAC-9CCFE8C2DC01}"/>
            </c:ext>
          </c:extLst>
        </c:ser>
        <c:ser>
          <c:idx val="1"/>
          <c:order val="1"/>
          <c:tx>
            <c:strRef>
              <c:f>'Pivot Tables'!$H$49:$H$50</c:f>
              <c:strCache>
                <c:ptCount val="1"/>
                <c:pt idx="0">
                  <c:v>2</c:v>
                </c:pt>
              </c:strCache>
            </c:strRef>
          </c:tx>
          <c:spPr>
            <a:solidFill>
              <a:schemeClr val="accent2"/>
            </a:solidFill>
            <a:ln>
              <a:noFill/>
            </a:ln>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 Tables'!$F$51:$F$66</c:f>
              <c:strCache>
                <c:ptCount val="15"/>
                <c:pt idx="0">
                  <c:v>Australia</c:v>
                </c:pt>
                <c:pt idx="1">
                  <c:v>Brazil</c:v>
                </c:pt>
                <c:pt idx="2">
                  <c:v>Canada</c:v>
                </c:pt>
                <c:pt idx="3">
                  <c:v>India</c:v>
                </c:pt>
                <c:pt idx="4">
                  <c:v>Indonesia</c:v>
                </c:pt>
                <c:pt idx="5">
                  <c:v>New Zealand</c:v>
                </c:pt>
                <c:pt idx="6">
                  <c:v>Philippines</c:v>
                </c:pt>
                <c:pt idx="7">
                  <c:v>Qatar</c:v>
                </c:pt>
                <c:pt idx="8">
                  <c:v>Singapore</c:v>
                </c:pt>
                <c:pt idx="9">
                  <c:v>South Africa</c:v>
                </c:pt>
                <c:pt idx="10">
                  <c:v>Sri Lanka</c:v>
                </c:pt>
                <c:pt idx="11">
                  <c:v>Turkey</c:v>
                </c:pt>
                <c:pt idx="12">
                  <c:v>United Arab Emirates</c:v>
                </c:pt>
                <c:pt idx="13">
                  <c:v>United Kingdom</c:v>
                </c:pt>
                <c:pt idx="14">
                  <c:v>United States of America</c:v>
                </c:pt>
              </c:strCache>
            </c:strRef>
          </c:cat>
          <c:val>
            <c:numRef>
              <c:f>'Pivot Tables'!$H$51:$H$66</c:f>
              <c:numCache>
                <c:formatCode>General</c:formatCode>
                <c:ptCount val="15"/>
                <c:pt idx="0">
                  <c:v>14</c:v>
                </c:pt>
                <c:pt idx="1">
                  <c:v>7</c:v>
                </c:pt>
                <c:pt idx="2">
                  <c:v>3</c:v>
                </c:pt>
                <c:pt idx="3">
                  <c:v>2858</c:v>
                </c:pt>
                <c:pt idx="4">
                  <c:v>1</c:v>
                </c:pt>
                <c:pt idx="5">
                  <c:v>4</c:v>
                </c:pt>
                <c:pt idx="6">
                  <c:v>1</c:v>
                </c:pt>
                <c:pt idx="7">
                  <c:v>1</c:v>
                </c:pt>
                <c:pt idx="8">
                  <c:v>1</c:v>
                </c:pt>
                <c:pt idx="9">
                  <c:v>4</c:v>
                </c:pt>
                <c:pt idx="10">
                  <c:v>6</c:v>
                </c:pt>
                <c:pt idx="11">
                  <c:v>11</c:v>
                </c:pt>
                <c:pt idx="12">
                  <c:v>9</c:v>
                </c:pt>
                <c:pt idx="13">
                  <c:v>28</c:v>
                </c:pt>
                <c:pt idx="14">
                  <c:v>165</c:v>
                </c:pt>
              </c:numCache>
            </c:numRef>
          </c:val>
          <c:extLst>
            <c:ext xmlns:c16="http://schemas.microsoft.com/office/drawing/2014/chart" uri="{C3380CC4-5D6E-409C-BE32-E72D297353CC}">
              <c16:uniqueId val="{00000001-2E5C-481B-9FAC-9CCFE8C2DC01}"/>
            </c:ext>
          </c:extLst>
        </c:ser>
        <c:ser>
          <c:idx val="2"/>
          <c:order val="2"/>
          <c:tx>
            <c:strRef>
              <c:f>'Pivot Tables'!$I$49:$I$50</c:f>
              <c:strCache>
                <c:ptCount val="1"/>
                <c:pt idx="0">
                  <c:v>3</c:v>
                </c:pt>
              </c:strCache>
            </c:strRef>
          </c:tx>
          <c:spPr>
            <a:solidFill>
              <a:schemeClr val="accent3"/>
            </a:solidFill>
            <a:ln>
              <a:noFill/>
            </a:ln>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 Tables'!$F$51:$F$66</c:f>
              <c:strCache>
                <c:ptCount val="15"/>
                <c:pt idx="0">
                  <c:v>Australia</c:v>
                </c:pt>
                <c:pt idx="1">
                  <c:v>Brazil</c:v>
                </c:pt>
                <c:pt idx="2">
                  <c:v>Canada</c:v>
                </c:pt>
                <c:pt idx="3">
                  <c:v>India</c:v>
                </c:pt>
                <c:pt idx="4">
                  <c:v>Indonesia</c:v>
                </c:pt>
                <c:pt idx="5">
                  <c:v>New Zealand</c:v>
                </c:pt>
                <c:pt idx="6">
                  <c:v>Philippines</c:v>
                </c:pt>
                <c:pt idx="7">
                  <c:v>Qatar</c:v>
                </c:pt>
                <c:pt idx="8">
                  <c:v>Singapore</c:v>
                </c:pt>
                <c:pt idx="9">
                  <c:v>South Africa</c:v>
                </c:pt>
                <c:pt idx="10">
                  <c:v>Sri Lanka</c:v>
                </c:pt>
                <c:pt idx="11">
                  <c:v>Turkey</c:v>
                </c:pt>
                <c:pt idx="12">
                  <c:v>United Arab Emirates</c:v>
                </c:pt>
                <c:pt idx="13">
                  <c:v>United Kingdom</c:v>
                </c:pt>
                <c:pt idx="14">
                  <c:v>United States of America</c:v>
                </c:pt>
              </c:strCache>
            </c:strRef>
          </c:cat>
          <c:val>
            <c:numRef>
              <c:f>'Pivot Tables'!$I$51:$I$66</c:f>
              <c:numCache>
                <c:formatCode>General</c:formatCode>
                <c:ptCount val="15"/>
                <c:pt idx="0">
                  <c:v>5</c:v>
                </c:pt>
                <c:pt idx="1">
                  <c:v>16</c:v>
                </c:pt>
                <c:pt idx="3">
                  <c:v>1111</c:v>
                </c:pt>
                <c:pt idx="4">
                  <c:v>20</c:v>
                </c:pt>
                <c:pt idx="5">
                  <c:v>17</c:v>
                </c:pt>
                <c:pt idx="6">
                  <c:v>12</c:v>
                </c:pt>
                <c:pt idx="7">
                  <c:v>5</c:v>
                </c:pt>
                <c:pt idx="8">
                  <c:v>5</c:v>
                </c:pt>
                <c:pt idx="9">
                  <c:v>17</c:v>
                </c:pt>
                <c:pt idx="10">
                  <c:v>11</c:v>
                </c:pt>
                <c:pt idx="11">
                  <c:v>18</c:v>
                </c:pt>
                <c:pt idx="12">
                  <c:v>29</c:v>
                </c:pt>
                <c:pt idx="13">
                  <c:v>32</c:v>
                </c:pt>
                <c:pt idx="14">
                  <c:v>110</c:v>
                </c:pt>
              </c:numCache>
            </c:numRef>
          </c:val>
          <c:extLst>
            <c:ext xmlns:c16="http://schemas.microsoft.com/office/drawing/2014/chart" uri="{C3380CC4-5D6E-409C-BE32-E72D297353CC}">
              <c16:uniqueId val="{00000002-2E5C-481B-9FAC-9CCFE8C2DC01}"/>
            </c:ext>
          </c:extLst>
        </c:ser>
        <c:ser>
          <c:idx val="3"/>
          <c:order val="3"/>
          <c:tx>
            <c:strRef>
              <c:f>'Pivot Tables'!$J$49:$J$50</c:f>
              <c:strCache>
                <c:ptCount val="1"/>
                <c:pt idx="0">
                  <c:v>4</c:v>
                </c:pt>
              </c:strCache>
            </c:strRef>
          </c:tx>
          <c:spPr>
            <a:solidFill>
              <a:schemeClr val="accent4"/>
            </a:solidFill>
            <a:ln>
              <a:noFill/>
            </a:ln>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 Tables'!$F$51:$F$66</c:f>
              <c:strCache>
                <c:ptCount val="15"/>
                <c:pt idx="0">
                  <c:v>Australia</c:v>
                </c:pt>
                <c:pt idx="1">
                  <c:v>Brazil</c:v>
                </c:pt>
                <c:pt idx="2">
                  <c:v>Canada</c:v>
                </c:pt>
                <c:pt idx="3">
                  <c:v>India</c:v>
                </c:pt>
                <c:pt idx="4">
                  <c:v>Indonesia</c:v>
                </c:pt>
                <c:pt idx="5">
                  <c:v>New Zealand</c:v>
                </c:pt>
                <c:pt idx="6">
                  <c:v>Philippines</c:v>
                </c:pt>
                <c:pt idx="7">
                  <c:v>Qatar</c:v>
                </c:pt>
                <c:pt idx="8">
                  <c:v>Singapore</c:v>
                </c:pt>
                <c:pt idx="9">
                  <c:v>South Africa</c:v>
                </c:pt>
                <c:pt idx="10">
                  <c:v>Sri Lanka</c:v>
                </c:pt>
                <c:pt idx="11">
                  <c:v>Turkey</c:v>
                </c:pt>
                <c:pt idx="12">
                  <c:v>United Arab Emirates</c:v>
                </c:pt>
                <c:pt idx="13">
                  <c:v>United Kingdom</c:v>
                </c:pt>
                <c:pt idx="14">
                  <c:v>United States of America</c:v>
                </c:pt>
              </c:strCache>
            </c:strRef>
          </c:cat>
          <c:val>
            <c:numRef>
              <c:f>'Pivot Tables'!$J$51:$J$66</c:f>
              <c:numCache>
                <c:formatCode>General</c:formatCode>
                <c:ptCount val="15"/>
                <c:pt idx="0">
                  <c:v>1</c:v>
                </c:pt>
                <c:pt idx="1">
                  <c:v>35</c:v>
                </c:pt>
                <c:pt idx="2">
                  <c:v>1</c:v>
                </c:pt>
                <c:pt idx="3">
                  <c:v>388</c:v>
                </c:pt>
                <c:pt idx="5">
                  <c:v>16</c:v>
                </c:pt>
                <c:pt idx="6">
                  <c:v>9</c:v>
                </c:pt>
                <c:pt idx="7">
                  <c:v>14</c:v>
                </c:pt>
                <c:pt idx="8">
                  <c:v>14</c:v>
                </c:pt>
                <c:pt idx="9">
                  <c:v>39</c:v>
                </c:pt>
                <c:pt idx="10">
                  <c:v>3</c:v>
                </c:pt>
                <c:pt idx="11">
                  <c:v>5</c:v>
                </c:pt>
                <c:pt idx="12">
                  <c:v>22</c:v>
                </c:pt>
                <c:pt idx="13">
                  <c:v>16</c:v>
                </c:pt>
                <c:pt idx="14">
                  <c:v>23</c:v>
                </c:pt>
              </c:numCache>
            </c:numRef>
          </c:val>
          <c:extLst>
            <c:ext xmlns:c16="http://schemas.microsoft.com/office/drawing/2014/chart" uri="{C3380CC4-5D6E-409C-BE32-E72D297353CC}">
              <c16:uniqueId val="{00000003-2E5C-481B-9FAC-9CCFE8C2DC01}"/>
            </c:ext>
          </c:extLst>
        </c:ser>
        <c:dLbls>
          <c:showLegendKey val="0"/>
          <c:showVal val="1"/>
          <c:showCatName val="0"/>
          <c:showSerName val="0"/>
          <c:showPercent val="0"/>
          <c:showBubbleSize val="0"/>
        </c:dLbls>
        <c:gapWidth val="150"/>
        <c:shape val="box"/>
        <c:axId val="694422112"/>
        <c:axId val="694434112"/>
        <c:axId val="0"/>
      </c:bar3DChart>
      <c:catAx>
        <c:axId val="694422112"/>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94434112"/>
        <c:crosses val="autoZero"/>
        <c:auto val="1"/>
        <c:lblAlgn val="ctr"/>
        <c:lblOffset val="100"/>
        <c:noMultiLvlLbl val="0"/>
      </c:catAx>
      <c:valAx>
        <c:axId val="6944341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94422112"/>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[Zomato_Data_1 (2)   sunny new large.xlsx]Pivot Tables!PivotTable2</c:name>
    <c:fmtId val="2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Country-Wise</a:t>
            </a:r>
            <a:r>
              <a:rPr lang="en-US" baseline="0" dirty="0"/>
              <a:t> Average Rating</a:t>
            </a:r>
            <a:endParaRPr lang="en-US" dirty="0"/>
          </a:p>
        </c:rich>
      </c:tx>
      <c:layout>
        <c:manualLayout>
          <c:xMode val="edge"/>
          <c:yMode val="edge"/>
          <c:x val="0.40902742497668526"/>
          <c:y val="3.3803674327465748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0.27313395257852341"/>
          <c:y val="0.14181466238988646"/>
          <c:w val="0.67013085946271611"/>
          <c:h val="0.77768736965170493"/>
        </c:manualLayout>
      </c:layout>
      <c:bar3DChart>
        <c:barDir val="bar"/>
        <c:grouping val="clustered"/>
        <c:varyColors val="0"/>
        <c:ser>
          <c:idx val="0"/>
          <c:order val="0"/>
          <c:tx>
            <c:strRef>
              <c:f>'Pivot Tables'!$G$5</c:f>
              <c:strCache>
                <c:ptCount val="1"/>
                <c:pt idx="0">
                  <c:v>Total</c:v>
                </c:pt>
              </c:strCache>
            </c:strRef>
          </c:tx>
          <c:spPr>
            <a:solidFill>
              <a:schemeClr val="accent1"/>
            </a:solidFill>
            <a:ln>
              <a:noFill/>
            </a:ln>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 Tables'!$F$6:$F$21</c:f>
              <c:strCache>
                <c:ptCount val="15"/>
                <c:pt idx="0">
                  <c:v>Australia</c:v>
                </c:pt>
                <c:pt idx="1">
                  <c:v>Brazil</c:v>
                </c:pt>
                <c:pt idx="2">
                  <c:v>Canada</c:v>
                </c:pt>
                <c:pt idx="3">
                  <c:v>India</c:v>
                </c:pt>
                <c:pt idx="4">
                  <c:v>Indonesia</c:v>
                </c:pt>
                <c:pt idx="5">
                  <c:v>New Zealand</c:v>
                </c:pt>
                <c:pt idx="6">
                  <c:v>Philippines</c:v>
                </c:pt>
                <c:pt idx="7">
                  <c:v>Qatar</c:v>
                </c:pt>
                <c:pt idx="8">
                  <c:v>Singapore</c:v>
                </c:pt>
                <c:pt idx="9">
                  <c:v>South Africa</c:v>
                </c:pt>
                <c:pt idx="10">
                  <c:v>Sri Lanka</c:v>
                </c:pt>
                <c:pt idx="11">
                  <c:v>Turkey</c:v>
                </c:pt>
                <c:pt idx="12">
                  <c:v>United Arab Emirates</c:v>
                </c:pt>
                <c:pt idx="13">
                  <c:v>United Kingdom</c:v>
                </c:pt>
                <c:pt idx="14">
                  <c:v>United States of America</c:v>
                </c:pt>
              </c:strCache>
            </c:strRef>
          </c:cat>
          <c:val>
            <c:numRef>
              <c:f>'Pivot Tables'!$G$6:$G$21</c:f>
              <c:numCache>
                <c:formatCode>General</c:formatCode>
                <c:ptCount val="15"/>
                <c:pt idx="0">
                  <c:v>3.6583333333333337</c:v>
                </c:pt>
                <c:pt idx="1">
                  <c:v>3.8466666666666667</c:v>
                </c:pt>
                <c:pt idx="2">
                  <c:v>3.5750000000000002</c:v>
                </c:pt>
                <c:pt idx="3">
                  <c:v>2.7705501618122987</c:v>
                </c:pt>
                <c:pt idx="4">
                  <c:v>4.295238095238096</c:v>
                </c:pt>
                <c:pt idx="5">
                  <c:v>4.2624999999999993</c:v>
                </c:pt>
                <c:pt idx="6">
                  <c:v>4.4681818181818187</c:v>
                </c:pt>
                <c:pt idx="7">
                  <c:v>4.0599999999999996</c:v>
                </c:pt>
                <c:pt idx="8">
                  <c:v>3.5750000000000002</c:v>
                </c:pt>
                <c:pt idx="9">
                  <c:v>4.2100000000000009</c:v>
                </c:pt>
                <c:pt idx="10">
                  <c:v>3.87</c:v>
                </c:pt>
                <c:pt idx="11">
                  <c:v>4.3</c:v>
                </c:pt>
                <c:pt idx="12">
                  <c:v>4.2333333333333352</c:v>
                </c:pt>
                <c:pt idx="13">
                  <c:v>4.0999999999999996</c:v>
                </c:pt>
                <c:pt idx="14">
                  <c:v>4.011290322580642</c:v>
                </c:pt>
              </c:numCache>
            </c:numRef>
          </c:val>
          <c:extLst>
            <c:ext xmlns:c16="http://schemas.microsoft.com/office/drawing/2014/chart" uri="{C3380CC4-5D6E-409C-BE32-E72D297353CC}">
              <c16:uniqueId val="{00000000-6F04-4C6A-89DA-09F89ADC08C6}"/>
            </c:ext>
          </c:extLst>
        </c:ser>
        <c:dLbls>
          <c:showLegendKey val="0"/>
          <c:showVal val="1"/>
          <c:showCatName val="0"/>
          <c:showSerName val="0"/>
          <c:showPercent val="0"/>
          <c:showBubbleSize val="0"/>
        </c:dLbls>
        <c:gapWidth val="150"/>
        <c:shape val="box"/>
        <c:axId val="694378912"/>
        <c:axId val="694374112"/>
        <c:axId val="0"/>
      </c:bar3DChart>
      <c:catAx>
        <c:axId val="694378912"/>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94374112"/>
        <c:crosses val="autoZero"/>
        <c:auto val="1"/>
        <c:lblAlgn val="ctr"/>
        <c:lblOffset val="100"/>
        <c:noMultiLvlLbl val="0"/>
      </c:catAx>
      <c:valAx>
        <c:axId val="69437411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9437891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withinLinear" id="14">
  <a:schemeClr val="accent1"/>
</cs:colorStyle>
</file>

<file path=ppt/charts/colors8.xml><?xml version="1.0" encoding="utf-8"?>
<cs:colorStyle xmlns:cs="http://schemas.microsoft.com/office/drawing/2012/chartStyle" xmlns:a="http://schemas.openxmlformats.org/drawingml/2006/main" meth="withinLinear" id="14">
  <a:schemeClr val="accent1"/>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D77E25-8AAA-4F47-9630-C0CC3A5C3A50}" type="datetimeFigureOut">
              <a:rPr lang="en-US" smtClean="0"/>
              <a:t>8/18/2025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D3EB82-00F8-4F63-B56A-F84C9DEA5EB8}" type="slidenum">
              <a:rPr lang="en-US" smtClean="0"/>
              <a:t>‹#›</a:t>
            </a:fld>
            <a:endParaRPr lang="en-US"/>
          </a:p>
        </p:txBody>
      </p:sp>
    </p:spTree>
    <p:extLst>
      <p:ext uri="{BB962C8B-B14F-4D97-AF65-F5344CB8AC3E}">
        <p14:creationId xmlns:p14="http://schemas.microsoft.com/office/powerpoint/2010/main" val="32361362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4" name="Google Shape;21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1" name="Google Shape;22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7" name="Google Shape;22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4" name="Google Shape;234;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8" name="Google Shape;248;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1" name="Google Shape;261;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6" name="Google Shape;276;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3" name="Google Shape;283;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3" name="Google Shape;293;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1" name="Google Shape;301;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6" name="Google Shape;316;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5" name="Google Shape;325;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7" name="Google Shape;337;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3" name="Google Shape;343;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9" name="Google Shape;349;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5" name="Google Shape;355;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lumMod val="7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D688833-A37E-4FFB-A7A4-BF20CAF74B3B}" type="datetimeFigureOut">
              <a:rPr lang="en-US" smtClean="0"/>
              <a:t>8/18/2025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BA47EE-1619-4B56-8C00-78D765A76748}" type="slidenum">
              <a:rPr lang="en-US" smtClean="0"/>
              <a:t>‹#›</a:t>
            </a:fld>
            <a:endParaRPr lang="en-US"/>
          </a:p>
        </p:txBody>
      </p:sp>
    </p:spTree>
    <p:extLst>
      <p:ext uri="{BB962C8B-B14F-4D97-AF65-F5344CB8AC3E}">
        <p14:creationId xmlns:p14="http://schemas.microsoft.com/office/powerpoint/2010/main" val="29011805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688833-A37E-4FFB-A7A4-BF20CAF74B3B}" type="datetimeFigureOut">
              <a:rPr lang="en-US" smtClean="0"/>
              <a:t>8/18/2025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BA47EE-1619-4B56-8C00-78D765A76748}" type="slidenum">
              <a:rPr lang="en-US" smtClean="0"/>
              <a:t>‹#›</a:t>
            </a:fld>
            <a:endParaRPr lang="en-US"/>
          </a:p>
        </p:txBody>
      </p:sp>
    </p:spTree>
    <p:extLst>
      <p:ext uri="{BB962C8B-B14F-4D97-AF65-F5344CB8AC3E}">
        <p14:creationId xmlns:p14="http://schemas.microsoft.com/office/powerpoint/2010/main" val="13919286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D688833-A37E-4FFB-A7A4-BF20CAF74B3B}" type="datetimeFigureOut">
              <a:rPr lang="en-US" smtClean="0"/>
              <a:t>8/18/2025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BA47EE-1619-4B56-8C00-78D765A76748}" type="slidenum">
              <a:rPr lang="en-US" smtClean="0"/>
              <a:t>‹#›</a:t>
            </a:fld>
            <a:endParaRPr lang="en-US"/>
          </a:p>
        </p:txBody>
      </p:sp>
    </p:spTree>
    <p:extLst>
      <p:ext uri="{BB962C8B-B14F-4D97-AF65-F5344CB8AC3E}">
        <p14:creationId xmlns:p14="http://schemas.microsoft.com/office/powerpoint/2010/main" val="36754069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D688833-A37E-4FFB-A7A4-BF20CAF74B3B}" type="datetimeFigureOut">
              <a:rPr lang="en-US" smtClean="0"/>
              <a:t>8/18/2025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BA47EE-1619-4B56-8C00-78D765A76748}" type="slidenum">
              <a:rPr lang="en-US" smtClean="0"/>
              <a:t>‹#›</a:t>
            </a:fld>
            <a:endParaRPr lang="en-US"/>
          </a:p>
        </p:txBody>
      </p:sp>
    </p:spTree>
    <p:extLst>
      <p:ext uri="{BB962C8B-B14F-4D97-AF65-F5344CB8AC3E}">
        <p14:creationId xmlns:p14="http://schemas.microsoft.com/office/powerpoint/2010/main" val="10625714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D688833-A37E-4FFB-A7A4-BF20CAF74B3B}" type="datetimeFigureOut">
              <a:rPr lang="en-US" smtClean="0"/>
              <a:t>8/18/2025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BA47EE-1619-4B56-8C00-78D765A76748}" type="slidenum">
              <a:rPr lang="en-US" smtClean="0"/>
              <a:t>‹#›</a:t>
            </a:fld>
            <a:endParaRPr lang="en-US"/>
          </a:p>
        </p:txBody>
      </p:sp>
    </p:spTree>
    <p:extLst>
      <p:ext uri="{BB962C8B-B14F-4D97-AF65-F5344CB8AC3E}">
        <p14:creationId xmlns:p14="http://schemas.microsoft.com/office/powerpoint/2010/main" val="27124509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D688833-A37E-4FFB-A7A4-BF20CAF74B3B}" type="datetimeFigureOut">
              <a:rPr lang="en-US" smtClean="0"/>
              <a:t>8/18/2025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BA47EE-1619-4B56-8C00-78D765A76748}" type="slidenum">
              <a:rPr lang="en-US" smtClean="0"/>
              <a:t>‹#›</a:t>
            </a:fld>
            <a:endParaRPr lang="en-US"/>
          </a:p>
        </p:txBody>
      </p:sp>
    </p:spTree>
    <p:extLst>
      <p:ext uri="{BB962C8B-B14F-4D97-AF65-F5344CB8AC3E}">
        <p14:creationId xmlns:p14="http://schemas.microsoft.com/office/powerpoint/2010/main" val="14331996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688833-A37E-4FFB-A7A4-BF20CAF74B3B}" type="datetimeFigureOut">
              <a:rPr lang="en-US" smtClean="0"/>
              <a:t>8/18/2025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BA47EE-1619-4B56-8C00-78D765A76748}" type="slidenum">
              <a:rPr lang="en-US" smtClean="0"/>
              <a:t>‹#›</a:t>
            </a:fld>
            <a:endParaRPr lang="en-US"/>
          </a:p>
        </p:txBody>
      </p:sp>
    </p:spTree>
    <p:extLst>
      <p:ext uri="{BB962C8B-B14F-4D97-AF65-F5344CB8AC3E}">
        <p14:creationId xmlns:p14="http://schemas.microsoft.com/office/powerpoint/2010/main" val="40215814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D688833-A37E-4FFB-A7A4-BF20CAF74B3B}" type="datetimeFigureOut">
              <a:rPr lang="en-US" smtClean="0"/>
              <a:t>8/18/2025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BA47EE-1619-4B56-8C00-78D765A76748}" type="slidenum">
              <a:rPr lang="en-US" smtClean="0"/>
              <a:t>‹#›</a:t>
            </a:fld>
            <a:endParaRPr lang="en-US"/>
          </a:p>
        </p:txBody>
      </p:sp>
    </p:spTree>
    <p:extLst>
      <p:ext uri="{BB962C8B-B14F-4D97-AF65-F5344CB8AC3E}">
        <p14:creationId xmlns:p14="http://schemas.microsoft.com/office/powerpoint/2010/main" val="27603173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D688833-A37E-4FFB-A7A4-BF20CAF74B3B}" type="datetimeFigureOut">
              <a:rPr lang="en-US" smtClean="0"/>
              <a:t>8/18/2025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BA47EE-1619-4B56-8C00-78D765A76748}" type="slidenum">
              <a:rPr lang="en-US" smtClean="0"/>
              <a:t>‹#›</a:t>
            </a:fld>
            <a:endParaRPr lang="en-US"/>
          </a:p>
        </p:txBody>
      </p:sp>
    </p:spTree>
    <p:extLst>
      <p:ext uri="{BB962C8B-B14F-4D97-AF65-F5344CB8AC3E}">
        <p14:creationId xmlns:p14="http://schemas.microsoft.com/office/powerpoint/2010/main" val="1601827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D688833-A37E-4FFB-A7A4-BF20CAF74B3B}" type="datetimeFigureOut">
              <a:rPr lang="en-US" smtClean="0"/>
              <a:t>8/18/2025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BA47EE-1619-4B56-8C00-78D765A76748}" type="slidenum">
              <a:rPr lang="en-US" smtClean="0"/>
              <a:t>‹#›</a:t>
            </a:fld>
            <a:endParaRPr lang="en-US"/>
          </a:p>
        </p:txBody>
      </p:sp>
    </p:spTree>
    <p:extLst>
      <p:ext uri="{BB962C8B-B14F-4D97-AF65-F5344CB8AC3E}">
        <p14:creationId xmlns:p14="http://schemas.microsoft.com/office/powerpoint/2010/main" val="4950845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D688833-A37E-4FFB-A7A4-BF20CAF74B3B}" type="datetimeFigureOut">
              <a:rPr lang="en-US" smtClean="0"/>
              <a:t>8/18/2025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BA47EE-1619-4B56-8C00-78D765A76748}"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722198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D688833-A37E-4FFB-A7A4-BF20CAF74B3B}" type="datetimeFigureOut">
              <a:rPr lang="en-US" smtClean="0"/>
              <a:t>8/18/2025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BA47EE-1619-4B56-8C00-78D765A76748}" type="slidenum">
              <a:rPr lang="en-US" smtClean="0"/>
              <a:t>‹#›</a:t>
            </a:fld>
            <a:endParaRPr lang="en-US"/>
          </a:p>
        </p:txBody>
      </p:sp>
    </p:spTree>
    <p:extLst>
      <p:ext uri="{BB962C8B-B14F-4D97-AF65-F5344CB8AC3E}">
        <p14:creationId xmlns:p14="http://schemas.microsoft.com/office/powerpoint/2010/main" val="23921571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D688833-A37E-4FFB-A7A4-BF20CAF74B3B}" type="datetimeFigureOut">
              <a:rPr lang="en-US" smtClean="0"/>
              <a:t>8/18/2025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BA47EE-1619-4B56-8C00-78D765A76748}"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3655025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D688833-A37E-4FFB-A7A4-BF20CAF74B3B}" type="datetimeFigureOut">
              <a:rPr lang="en-US" smtClean="0"/>
              <a:t>8/18/2025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BA47EE-1619-4B56-8C00-78D765A76748}" type="slidenum">
              <a:rPr lang="en-US" smtClean="0"/>
              <a:t>‹#›</a:t>
            </a:fld>
            <a:endParaRPr lang="en-US"/>
          </a:p>
        </p:txBody>
      </p:sp>
    </p:spTree>
    <p:extLst>
      <p:ext uri="{BB962C8B-B14F-4D97-AF65-F5344CB8AC3E}">
        <p14:creationId xmlns:p14="http://schemas.microsoft.com/office/powerpoint/2010/main" val="3093042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688833-A37E-4FFB-A7A4-BF20CAF74B3B}" type="datetimeFigureOut">
              <a:rPr lang="en-US" smtClean="0"/>
              <a:t>8/18/2025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BA47EE-1619-4B56-8C00-78D765A76748}" type="slidenum">
              <a:rPr lang="en-US" smtClean="0"/>
              <a:t>‹#›</a:t>
            </a:fld>
            <a:endParaRPr lang="en-US"/>
          </a:p>
        </p:txBody>
      </p:sp>
    </p:spTree>
    <p:extLst>
      <p:ext uri="{BB962C8B-B14F-4D97-AF65-F5344CB8AC3E}">
        <p14:creationId xmlns:p14="http://schemas.microsoft.com/office/powerpoint/2010/main" val="14162815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688833-A37E-4FFB-A7A4-BF20CAF74B3B}" type="datetimeFigureOut">
              <a:rPr lang="en-US" smtClean="0"/>
              <a:t>8/18/2025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BA47EE-1619-4B56-8C00-78D765A76748}" type="slidenum">
              <a:rPr lang="en-US" smtClean="0"/>
              <a:t>‹#›</a:t>
            </a:fld>
            <a:endParaRPr lang="en-US"/>
          </a:p>
        </p:txBody>
      </p:sp>
    </p:spTree>
    <p:extLst>
      <p:ext uri="{BB962C8B-B14F-4D97-AF65-F5344CB8AC3E}">
        <p14:creationId xmlns:p14="http://schemas.microsoft.com/office/powerpoint/2010/main" val="24444869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9"/>
        <p:cNvGrpSpPr/>
        <p:nvPr/>
      </p:nvGrpSpPr>
      <p:grpSpPr>
        <a:xfrm>
          <a:off x="0" y="0"/>
          <a:ext cx="0" cy="0"/>
          <a:chOff x="0" y="0"/>
          <a:chExt cx="0" cy="0"/>
        </a:xfrm>
      </p:grpSpPr>
      <p:sp>
        <p:nvSpPr>
          <p:cNvPr id="20" name="Google Shape;20;p21"/>
          <p:cNvSpPr txBox="1">
            <a:spLocks noGrp="1"/>
          </p:cNvSpPr>
          <p:nvPr>
            <p:ph type="title"/>
          </p:nvPr>
        </p:nvSpPr>
        <p:spPr>
          <a:xfrm>
            <a:off x="960000" y="593367"/>
            <a:ext cx="10272000" cy="763600"/>
          </a:xfrm>
          <a:prstGeom prst="rect">
            <a:avLst/>
          </a:prstGeom>
          <a:noFill/>
          <a:ln>
            <a:noFill/>
          </a:ln>
        </p:spPr>
        <p:txBody>
          <a:bodyPr spcFirstLastPara="1" wrap="square" lIns="91425" tIns="91425" rIns="91425" bIns="91425" anchor="t" anchorCtr="0">
            <a:noAutofit/>
          </a:bodyPr>
          <a:lstStyle>
            <a:lvl1pPr lvl="0" algn="ctr">
              <a:lnSpc>
                <a:spcPct val="90000"/>
              </a:lnSpc>
              <a:spcBef>
                <a:spcPts val="0"/>
              </a:spcBef>
              <a:spcAft>
                <a:spcPts val="0"/>
              </a:spcAft>
              <a:buClr>
                <a:schemeClr val="dk1"/>
              </a:buClr>
              <a:buSzPts val="3500"/>
              <a:buFont typeface="Twentieth Century"/>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21" name="Google Shape;21;p21"/>
          <p:cNvSpPr txBox="1">
            <a:spLocks noGrp="1"/>
          </p:cNvSpPr>
          <p:nvPr>
            <p:ph type="body" idx="1"/>
          </p:nvPr>
        </p:nvSpPr>
        <p:spPr>
          <a:xfrm>
            <a:off x="960000" y="1638233"/>
            <a:ext cx="10272000" cy="492000"/>
          </a:xfrm>
          <a:prstGeom prst="rect">
            <a:avLst/>
          </a:prstGeom>
          <a:noFill/>
          <a:ln>
            <a:noFill/>
          </a:ln>
        </p:spPr>
        <p:txBody>
          <a:bodyPr spcFirstLastPara="1" wrap="square" lIns="91425" tIns="91425" rIns="91425" bIns="91425" anchor="t" anchorCtr="0">
            <a:noAutofit/>
          </a:bodyPr>
          <a:lstStyle>
            <a:lvl1pPr marL="609585" lvl="0" indent="-423323" algn="ctr">
              <a:lnSpc>
                <a:spcPct val="115000"/>
              </a:lnSpc>
              <a:spcBef>
                <a:spcPts val="0"/>
              </a:spcBef>
              <a:spcAft>
                <a:spcPts val="0"/>
              </a:spcAft>
              <a:buSzPts val="1400"/>
              <a:buChar char="●"/>
              <a:defRPr/>
            </a:lvl1pPr>
            <a:lvl2pPr marL="1219170" lvl="1" indent="-406390" algn="l">
              <a:lnSpc>
                <a:spcPct val="115000"/>
              </a:lnSpc>
              <a:spcBef>
                <a:spcPts val="0"/>
              </a:spcBef>
              <a:spcAft>
                <a:spcPts val="0"/>
              </a:spcAft>
              <a:buSzPts val="1200"/>
              <a:buChar char="○"/>
              <a:defRPr/>
            </a:lvl2pPr>
            <a:lvl3pPr marL="1828754" lvl="2" indent="-406390" algn="l">
              <a:lnSpc>
                <a:spcPct val="115000"/>
              </a:lnSpc>
              <a:spcBef>
                <a:spcPts val="0"/>
              </a:spcBef>
              <a:spcAft>
                <a:spcPts val="0"/>
              </a:spcAft>
              <a:buSzPts val="1200"/>
              <a:buChar char="■"/>
              <a:defRPr/>
            </a:lvl3pPr>
            <a:lvl4pPr marL="2438339" lvl="3" indent="-406390" algn="l">
              <a:lnSpc>
                <a:spcPct val="115000"/>
              </a:lnSpc>
              <a:spcBef>
                <a:spcPts val="0"/>
              </a:spcBef>
              <a:spcAft>
                <a:spcPts val="0"/>
              </a:spcAft>
              <a:buSzPts val="1200"/>
              <a:buChar char="●"/>
              <a:defRPr/>
            </a:lvl4pPr>
            <a:lvl5pPr marL="3047924" lvl="4" indent="-406390" algn="l">
              <a:lnSpc>
                <a:spcPct val="115000"/>
              </a:lnSpc>
              <a:spcBef>
                <a:spcPts val="0"/>
              </a:spcBef>
              <a:spcAft>
                <a:spcPts val="0"/>
              </a:spcAft>
              <a:buSzPts val="1200"/>
              <a:buChar char="○"/>
              <a:defRPr/>
            </a:lvl5pPr>
            <a:lvl6pPr marL="3657509" lvl="5" indent="-406390" algn="l">
              <a:lnSpc>
                <a:spcPct val="115000"/>
              </a:lnSpc>
              <a:spcBef>
                <a:spcPts val="0"/>
              </a:spcBef>
              <a:spcAft>
                <a:spcPts val="0"/>
              </a:spcAft>
              <a:buSzPts val="1200"/>
              <a:buChar char="■"/>
              <a:defRPr/>
            </a:lvl6pPr>
            <a:lvl7pPr marL="4267093" lvl="6" indent="-406390" algn="l">
              <a:lnSpc>
                <a:spcPct val="115000"/>
              </a:lnSpc>
              <a:spcBef>
                <a:spcPts val="0"/>
              </a:spcBef>
              <a:spcAft>
                <a:spcPts val="0"/>
              </a:spcAft>
              <a:buSzPts val="1200"/>
              <a:buChar char="●"/>
              <a:defRPr/>
            </a:lvl7pPr>
            <a:lvl8pPr marL="4876678" lvl="7" indent="-406390" algn="l">
              <a:lnSpc>
                <a:spcPct val="115000"/>
              </a:lnSpc>
              <a:spcBef>
                <a:spcPts val="0"/>
              </a:spcBef>
              <a:spcAft>
                <a:spcPts val="0"/>
              </a:spcAft>
              <a:buSzPts val="1200"/>
              <a:buChar char="○"/>
              <a:defRPr/>
            </a:lvl8pPr>
            <a:lvl9pPr marL="5486263" lvl="8" indent="-406390" algn="l">
              <a:lnSpc>
                <a:spcPct val="115000"/>
              </a:lnSpc>
              <a:spcBef>
                <a:spcPts val="0"/>
              </a:spcBef>
              <a:spcAft>
                <a:spcPts val="0"/>
              </a:spcAft>
              <a:buSzPts val="1200"/>
              <a:buChar char="■"/>
              <a:defRPr/>
            </a:lvl9pPr>
          </a:lstStyle>
          <a:p>
            <a:endParaRPr/>
          </a:p>
        </p:txBody>
      </p:sp>
    </p:spTree>
    <p:extLst>
      <p:ext uri="{BB962C8B-B14F-4D97-AF65-F5344CB8AC3E}">
        <p14:creationId xmlns:p14="http://schemas.microsoft.com/office/powerpoint/2010/main" val="293075931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22"/>
        <p:cNvGrpSpPr/>
        <p:nvPr/>
      </p:nvGrpSpPr>
      <p:grpSpPr>
        <a:xfrm>
          <a:off x="0" y="0"/>
          <a:ext cx="0" cy="0"/>
          <a:chOff x="0" y="0"/>
          <a:chExt cx="0" cy="0"/>
        </a:xfrm>
      </p:grpSpPr>
      <p:sp>
        <p:nvSpPr>
          <p:cNvPr id="23" name="Google Shape;23;p22"/>
          <p:cNvSpPr txBox="1">
            <a:spLocks noGrp="1"/>
          </p:cNvSpPr>
          <p:nvPr>
            <p:ph type="title"/>
          </p:nvPr>
        </p:nvSpPr>
        <p:spPr>
          <a:xfrm>
            <a:off x="1118567" y="1769433"/>
            <a:ext cx="5997600" cy="932800"/>
          </a:xfrm>
          <a:prstGeom prst="rect">
            <a:avLst/>
          </a:prstGeom>
          <a:noFill/>
          <a:ln>
            <a:noFill/>
          </a:ln>
        </p:spPr>
        <p:txBody>
          <a:bodyPr spcFirstLastPara="1" wrap="square" lIns="91425" tIns="91425" rIns="91425" bIns="91425" anchor="b" anchorCtr="0">
            <a:noAutofit/>
          </a:bodyPr>
          <a:lstStyle>
            <a:lvl1pPr lvl="0" algn="l">
              <a:lnSpc>
                <a:spcPct val="90000"/>
              </a:lnSpc>
              <a:spcBef>
                <a:spcPts val="0"/>
              </a:spcBef>
              <a:spcAft>
                <a:spcPts val="0"/>
              </a:spcAft>
              <a:buClr>
                <a:schemeClr val="dk1"/>
              </a:buClr>
              <a:buSzPts val="3500"/>
              <a:buFont typeface="Twentieth Century"/>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24" name="Google Shape;24;p22"/>
          <p:cNvSpPr txBox="1">
            <a:spLocks noGrp="1"/>
          </p:cNvSpPr>
          <p:nvPr>
            <p:ph type="body" idx="1"/>
          </p:nvPr>
        </p:nvSpPr>
        <p:spPr>
          <a:xfrm>
            <a:off x="1118567" y="2702167"/>
            <a:ext cx="5997600" cy="2386400"/>
          </a:xfrm>
          <a:prstGeom prst="rect">
            <a:avLst/>
          </a:prstGeom>
          <a:noFill/>
          <a:ln>
            <a:noFill/>
          </a:ln>
        </p:spPr>
        <p:txBody>
          <a:bodyPr spcFirstLastPara="1" wrap="square" lIns="91425" tIns="91425" rIns="91425" bIns="91425" anchor="t" anchorCtr="0">
            <a:noAutofit/>
          </a:bodyPr>
          <a:lstStyle>
            <a:lvl1pPr marL="609585" lvl="0" indent="-423323" algn="l">
              <a:lnSpc>
                <a:spcPct val="115000"/>
              </a:lnSpc>
              <a:spcBef>
                <a:spcPts val="0"/>
              </a:spcBef>
              <a:spcAft>
                <a:spcPts val="0"/>
              </a:spcAft>
              <a:buSzPts val="1400"/>
              <a:buChar char="●"/>
              <a:defRPr/>
            </a:lvl1pPr>
            <a:lvl2pPr marL="1219170" lvl="1" indent="-406390" algn="l">
              <a:lnSpc>
                <a:spcPct val="115000"/>
              </a:lnSpc>
              <a:spcBef>
                <a:spcPts val="0"/>
              </a:spcBef>
              <a:spcAft>
                <a:spcPts val="0"/>
              </a:spcAft>
              <a:buSzPts val="1200"/>
              <a:buChar char="○"/>
              <a:defRPr/>
            </a:lvl2pPr>
            <a:lvl3pPr marL="1828754" lvl="2" indent="-406390" algn="l">
              <a:lnSpc>
                <a:spcPct val="115000"/>
              </a:lnSpc>
              <a:spcBef>
                <a:spcPts val="0"/>
              </a:spcBef>
              <a:spcAft>
                <a:spcPts val="0"/>
              </a:spcAft>
              <a:buSzPts val="1200"/>
              <a:buChar char="■"/>
              <a:defRPr/>
            </a:lvl3pPr>
            <a:lvl4pPr marL="2438339" lvl="3" indent="-406390" algn="l">
              <a:lnSpc>
                <a:spcPct val="115000"/>
              </a:lnSpc>
              <a:spcBef>
                <a:spcPts val="0"/>
              </a:spcBef>
              <a:spcAft>
                <a:spcPts val="0"/>
              </a:spcAft>
              <a:buSzPts val="1200"/>
              <a:buChar char="●"/>
              <a:defRPr/>
            </a:lvl4pPr>
            <a:lvl5pPr marL="3047924" lvl="4" indent="-406390" algn="l">
              <a:lnSpc>
                <a:spcPct val="115000"/>
              </a:lnSpc>
              <a:spcBef>
                <a:spcPts val="0"/>
              </a:spcBef>
              <a:spcAft>
                <a:spcPts val="0"/>
              </a:spcAft>
              <a:buSzPts val="1200"/>
              <a:buChar char="○"/>
              <a:defRPr/>
            </a:lvl5pPr>
            <a:lvl6pPr marL="3657509" lvl="5" indent="-406390" algn="l">
              <a:lnSpc>
                <a:spcPct val="115000"/>
              </a:lnSpc>
              <a:spcBef>
                <a:spcPts val="0"/>
              </a:spcBef>
              <a:spcAft>
                <a:spcPts val="0"/>
              </a:spcAft>
              <a:buSzPts val="1200"/>
              <a:buChar char="■"/>
              <a:defRPr/>
            </a:lvl6pPr>
            <a:lvl7pPr marL="4267093" lvl="6" indent="-406390" algn="l">
              <a:lnSpc>
                <a:spcPct val="115000"/>
              </a:lnSpc>
              <a:spcBef>
                <a:spcPts val="0"/>
              </a:spcBef>
              <a:spcAft>
                <a:spcPts val="0"/>
              </a:spcAft>
              <a:buSzPts val="1200"/>
              <a:buChar char="●"/>
              <a:defRPr/>
            </a:lvl7pPr>
            <a:lvl8pPr marL="4876678" lvl="7" indent="-406390" algn="l">
              <a:lnSpc>
                <a:spcPct val="115000"/>
              </a:lnSpc>
              <a:spcBef>
                <a:spcPts val="0"/>
              </a:spcBef>
              <a:spcAft>
                <a:spcPts val="0"/>
              </a:spcAft>
              <a:buSzPts val="1200"/>
              <a:buChar char="○"/>
              <a:defRPr/>
            </a:lvl8pPr>
            <a:lvl9pPr marL="5486263" lvl="8" indent="-406390" algn="l">
              <a:lnSpc>
                <a:spcPct val="115000"/>
              </a:lnSpc>
              <a:spcBef>
                <a:spcPts val="0"/>
              </a:spcBef>
              <a:spcAft>
                <a:spcPts val="0"/>
              </a:spcAft>
              <a:buSzPts val="1200"/>
              <a:buChar char="■"/>
              <a:defRPr/>
            </a:lvl9pPr>
          </a:lstStyle>
          <a:p>
            <a:endParaRPr/>
          </a:p>
        </p:txBody>
      </p:sp>
    </p:spTree>
    <p:extLst>
      <p:ext uri="{BB962C8B-B14F-4D97-AF65-F5344CB8AC3E}">
        <p14:creationId xmlns:p14="http://schemas.microsoft.com/office/powerpoint/2010/main" val="231609155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25"/>
        <p:cNvGrpSpPr/>
        <p:nvPr/>
      </p:nvGrpSpPr>
      <p:grpSpPr>
        <a:xfrm>
          <a:off x="0" y="0"/>
          <a:ext cx="0" cy="0"/>
          <a:chOff x="0" y="0"/>
          <a:chExt cx="0" cy="0"/>
        </a:xfrm>
      </p:grpSpPr>
      <p:sp>
        <p:nvSpPr>
          <p:cNvPr id="26" name="Google Shape;26;p23"/>
          <p:cNvSpPr txBox="1">
            <a:spLocks noGrp="1"/>
          </p:cNvSpPr>
          <p:nvPr>
            <p:ph type="title"/>
          </p:nvPr>
        </p:nvSpPr>
        <p:spPr>
          <a:xfrm>
            <a:off x="4691829" y="1990000"/>
            <a:ext cx="1078800" cy="791200"/>
          </a:xfrm>
          <a:prstGeom prst="rect">
            <a:avLst/>
          </a:prstGeom>
          <a:solidFill>
            <a:schemeClr val="lt2"/>
          </a:solidFill>
          <a:ln>
            <a:noFill/>
          </a:ln>
        </p:spPr>
        <p:txBody>
          <a:bodyPr spcFirstLastPara="1" wrap="square" lIns="91425" tIns="91425" rIns="91425" bIns="91425" anchor="ctr" anchorCtr="0">
            <a:noAutofit/>
          </a:bodyPr>
          <a:lstStyle>
            <a:lvl1pPr lvl="0" algn="ctr">
              <a:lnSpc>
                <a:spcPct val="90000"/>
              </a:lnSpc>
              <a:spcBef>
                <a:spcPts val="0"/>
              </a:spcBef>
              <a:spcAft>
                <a:spcPts val="0"/>
              </a:spcAft>
              <a:buClr>
                <a:schemeClr val="lt1"/>
              </a:buClr>
              <a:buSzPts val="3000"/>
              <a:buFont typeface="Twentieth Century"/>
              <a:buNone/>
              <a:defRPr sz="4000">
                <a:solidFill>
                  <a:schemeClr val="lt1"/>
                </a:solidFill>
              </a:defRPr>
            </a:lvl1pPr>
            <a:lvl2pPr lvl="1" algn="l">
              <a:lnSpc>
                <a:spcPct val="100000"/>
              </a:lnSpc>
              <a:spcBef>
                <a:spcPts val="0"/>
              </a:spcBef>
              <a:spcAft>
                <a:spcPts val="0"/>
              </a:spcAft>
              <a:buSzPts val="3000"/>
              <a:buFont typeface="Bakbak One"/>
              <a:buNone/>
              <a:defRPr sz="4000">
                <a:latin typeface="Bakbak One"/>
                <a:ea typeface="Bakbak One"/>
                <a:cs typeface="Bakbak One"/>
                <a:sym typeface="Bakbak One"/>
              </a:defRPr>
            </a:lvl2pPr>
            <a:lvl3pPr lvl="2" algn="l">
              <a:lnSpc>
                <a:spcPct val="100000"/>
              </a:lnSpc>
              <a:spcBef>
                <a:spcPts val="0"/>
              </a:spcBef>
              <a:spcAft>
                <a:spcPts val="0"/>
              </a:spcAft>
              <a:buSzPts val="3000"/>
              <a:buFont typeface="Bakbak One"/>
              <a:buNone/>
              <a:defRPr sz="4000">
                <a:latin typeface="Bakbak One"/>
                <a:ea typeface="Bakbak One"/>
                <a:cs typeface="Bakbak One"/>
                <a:sym typeface="Bakbak One"/>
              </a:defRPr>
            </a:lvl3pPr>
            <a:lvl4pPr lvl="3" algn="l">
              <a:lnSpc>
                <a:spcPct val="100000"/>
              </a:lnSpc>
              <a:spcBef>
                <a:spcPts val="0"/>
              </a:spcBef>
              <a:spcAft>
                <a:spcPts val="0"/>
              </a:spcAft>
              <a:buSzPts val="3000"/>
              <a:buFont typeface="Bakbak One"/>
              <a:buNone/>
              <a:defRPr sz="4000">
                <a:latin typeface="Bakbak One"/>
                <a:ea typeface="Bakbak One"/>
                <a:cs typeface="Bakbak One"/>
                <a:sym typeface="Bakbak One"/>
              </a:defRPr>
            </a:lvl4pPr>
            <a:lvl5pPr lvl="4" algn="l">
              <a:lnSpc>
                <a:spcPct val="100000"/>
              </a:lnSpc>
              <a:spcBef>
                <a:spcPts val="0"/>
              </a:spcBef>
              <a:spcAft>
                <a:spcPts val="0"/>
              </a:spcAft>
              <a:buSzPts val="3000"/>
              <a:buFont typeface="Bakbak One"/>
              <a:buNone/>
              <a:defRPr sz="4000">
                <a:latin typeface="Bakbak One"/>
                <a:ea typeface="Bakbak One"/>
                <a:cs typeface="Bakbak One"/>
                <a:sym typeface="Bakbak One"/>
              </a:defRPr>
            </a:lvl5pPr>
            <a:lvl6pPr lvl="5" algn="l">
              <a:lnSpc>
                <a:spcPct val="100000"/>
              </a:lnSpc>
              <a:spcBef>
                <a:spcPts val="0"/>
              </a:spcBef>
              <a:spcAft>
                <a:spcPts val="0"/>
              </a:spcAft>
              <a:buSzPts val="3000"/>
              <a:buFont typeface="Bakbak One"/>
              <a:buNone/>
              <a:defRPr sz="4000">
                <a:latin typeface="Bakbak One"/>
                <a:ea typeface="Bakbak One"/>
                <a:cs typeface="Bakbak One"/>
                <a:sym typeface="Bakbak One"/>
              </a:defRPr>
            </a:lvl6pPr>
            <a:lvl7pPr lvl="6" algn="l">
              <a:lnSpc>
                <a:spcPct val="100000"/>
              </a:lnSpc>
              <a:spcBef>
                <a:spcPts val="0"/>
              </a:spcBef>
              <a:spcAft>
                <a:spcPts val="0"/>
              </a:spcAft>
              <a:buSzPts val="3000"/>
              <a:buFont typeface="Bakbak One"/>
              <a:buNone/>
              <a:defRPr sz="4000">
                <a:latin typeface="Bakbak One"/>
                <a:ea typeface="Bakbak One"/>
                <a:cs typeface="Bakbak One"/>
                <a:sym typeface="Bakbak One"/>
              </a:defRPr>
            </a:lvl7pPr>
            <a:lvl8pPr lvl="7" algn="l">
              <a:lnSpc>
                <a:spcPct val="100000"/>
              </a:lnSpc>
              <a:spcBef>
                <a:spcPts val="0"/>
              </a:spcBef>
              <a:spcAft>
                <a:spcPts val="0"/>
              </a:spcAft>
              <a:buSzPts val="3000"/>
              <a:buFont typeface="Bakbak One"/>
              <a:buNone/>
              <a:defRPr sz="4000">
                <a:latin typeface="Bakbak One"/>
                <a:ea typeface="Bakbak One"/>
                <a:cs typeface="Bakbak One"/>
                <a:sym typeface="Bakbak One"/>
              </a:defRPr>
            </a:lvl8pPr>
            <a:lvl9pPr lvl="8" algn="l">
              <a:lnSpc>
                <a:spcPct val="100000"/>
              </a:lnSpc>
              <a:spcBef>
                <a:spcPts val="0"/>
              </a:spcBef>
              <a:spcAft>
                <a:spcPts val="0"/>
              </a:spcAft>
              <a:buSzPts val="3000"/>
              <a:buFont typeface="Bakbak One"/>
              <a:buNone/>
              <a:defRPr sz="4000">
                <a:latin typeface="Bakbak One"/>
                <a:ea typeface="Bakbak One"/>
                <a:cs typeface="Bakbak One"/>
                <a:sym typeface="Bakbak One"/>
              </a:defRPr>
            </a:lvl9pPr>
          </a:lstStyle>
          <a:p>
            <a:endParaRPr/>
          </a:p>
        </p:txBody>
      </p:sp>
      <p:sp>
        <p:nvSpPr>
          <p:cNvPr id="27" name="Google Shape;27;p23"/>
          <p:cNvSpPr txBox="1">
            <a:spLocks noGrp="1"/>
          </p:cNvSpPr>
          <p:nvPr>
            <p:ph type="title" idx="2"/>
          </p:nvPr>
        </p:nvSpPr>
        <p:spPr>
          <a:xfrm>
            <a:off x="6421363" y="1990000"/>
            <a:ext cx="1078800" cy="791200"/>
          </a:xfrm>
          <a:prstGeom prst="rect">
            <a:avLst/>
          </a:prstGeom>
          <a:solidFill>
            <a:schemeClr val="lt2"/>
          </a:solidFill>
          <a:ln>
            <a:noFill/>
          </a:ln>
        </p:spPr>
        <p:txBody>
          <a:bodyPr spcFirstLastPara="1" wrap="square" lIns="91425" tIns="91425" rIns="91425" bIns="91425" anchor="ctr" anchorCtr="0">
            <a:noAutofit/>
          </a:bodyPr>
          <a:lstStyle>
            <a:lvl1pPr lvl="0" algn="ctr">
              <a:lnSpc>
                <a:spcPct val="90000"/>
              </a:lnSpc>
              <a:spcBef>
                <a:spcPts val="0"/>
              </a:spcBef>
              <a:spcAft>
                <a:spcPts val="0"/>
              </a:spcAft>
              <a:buClr>
                <a:schemeClr val="lt1"/>
              </a:buClr>
              <a:buSzPts val="3000"/>
              <a:buFont typeface="Twentieth Century"/>
              <a:buNone/>
              <a:defRPr sz="4000">
                <a:solidFill>
                  <a:schemeClr val="lt1"/>
                </a:solidFill>
              </a:defRPr>
            </a:lvl1pPr>
            <a:lvl2pPr lvl="1" algn="l">
              <a:lnSpc>
                <a:spcPct val="100000"/>
              </a:lnSpc>
              <a:spcBef>
                <a:spcPts val="0"/>
              </a:spcBef>
              <a:spcAft>
                <a:spcPts val="0"/>
              </a:spcAft>
              <a:buSzPts val="3000"/>
              <a:buFont typeface="Bakbak One"/>
              <a:buNone/>
              <a:defRPr sz="4000">
                <a:latin typeface="Bakbak One"/>
                <a:ea typeface="Bakbak One"/>
                <a:cs typeface="Bakbak One"/>
                <a:sym typeface="Bakbak One"/>
              </a:defRPr>
            </a:lvl2pPr>
            <a:lvl3pPr lvl="2" algn="l">
              <a:lnSpc>
                <a:spcPct val="100000"/>
              </a:lnSpc>
              <a:spcBef>
                <a:spcPts val="0"/>
              </a:spcBef>
              <a:spcAft>
                <a:spcPts val="0"/>
              </a:spcAft>
              <a:buSzPts val="3000"/>
              <a:buFont typeface="Bakbak One"/>
              <a:buNone/>
              <a:defRPr sz="4000">
                <a:latin typeface="Bakbak One"/>
                <a:ea typeface="Bakbak One"/>
                <a:cs typeface="Bakbak One"/>
                <a:sym typeface="Bakbak One"/>
              </a:defRPr>
            </a:lvl3pPr>
            <a:lvl4pPr lvl="3" algn="l">
              <a:lnSpc>
                <a:spcPct val="100000"/>
              </a:lnSpc>
              <a:spcBef>
                <a:spcPts val="0"/>
              </a:spcBef>
              <a:spcAft>
                <a:spcPts val="0"/>
              </a:spcAft>
              <a:buSzPts val="3000"/>
              <a:buFont typeface="Bakbak One"/>
              <a:buNone/>
              <a:defRPr sz="4000">
                <a:latin typeface="Bakbak One"/>
                <a:ea typeface="Bakbak One"/>
                <a:cs typeface="Bakbak One"/>
                <a:sym typeface="Bakbak One"/>
              </a:defRPr>
            </a:lvl4pPr>
            <a:lvl5pPr lvl="4" algn="l">
              <a:lnSpc>
                <a:spcPct val="100000"/>
              </a:lnSpc>
              <a:spcBef>
                <a:spcPts val="0"/>
              </a:spcBef>
              <a:spcAft>
                <a:spcPts val="0"/>
              </a:spcAft>
              <a:buSzPts val="3000"/>
              <a:buFont typeface="Bakbak One"/>
              <a:buNone/>
              <a:defRPr sz="4000">
                <a:latin typeface="Bakbak One"/>
                <a:ea typeface="Bakbak One"/>
                <a:cs typeface="Bakbak One"/>
                <a:sym typeface="Bakbak One"/>
              </a:defRPr>
            </a:lvl5pPr>
            <a:lvl6pPr lvl="5" algn="l">
              <a:lnSpc>
                <a:spcPct val="100000"/>
              </a:lnSpc>
              <a:spcBef>
                <a:spcPts val="0"/>
              </a:spcBef>
              <a:spcAft>
                <a:spcPts val="0"/>
              </a:spcAft>
              <a:buSzPts val="3000"/>
              <a:buFont typeface="Bakbak One"/>
              <a:buNone/>
              <a:defRPr sz="4000">
                <a:latin typeface="Bakbak One"/>
                <a:ea typeface="Bakbak One"/>
                <a:cs typeface="Bakbak One"/>
                <a:sym typeface="Bakbak One"/>
              </a:defRPr>
            </a:lvl6pPr>
            <a:lvl7pPr lvl="6" algn="l">
              <a:lnSpc>
                <a:spcPct val="100000"/>
              </a:lnSpc>
              <a:spcBef>
                <a:spcPts val="0"/>
              </a:spcBef>
              <a:spcAft>
                <a:spcPts val="0"/>
              </a:spcAft>
              <a:buSzPts val="3000"/>
              <a:buFont typeface="Bakbak One"/>
              <a:buNone/>
              <a:defRPr sz="4000">
                <a:latin typeface="Bakbak One"/>
                <a:ea typeface="Bakbak One"/>
                <a:cs typeface="Bakbak One"/>
                <a:sym typeface="Bakbak One"/>
              </a:defRPr>
            </a:lvl7pPr>
            <a:lvl8pPr lvl="7" algn="l">
              <a:lnSpc>
                <a:spcPct val="100000"/>
              </a:lnSpc>
              <a:spcBef>
                <a:spcPts val="0"/>
              </a:spcBef>
              <a:spcAft>
                <a:spcPts val="0"/>
              </a:spcAft>
              <a:buSzPts val="3000"/>
              <a:buFont typeface="Bakbak One"/>
              <a:buNone/>
              <a:defRPr sz="4000">
                <a:latin typeface="Bakbak One"/>
                <a:ea typeface="Bakbak One"/>
                <a:cs typeface="Bakbak One"/>
                <a:sym typeface="Bakbak One"/>
              </a:defRPr>
            </a:lvl8pPr>
            <a:lvl9pPr lvl="8" algn="l">
              <a:lnSpc>
                <a:spcPct val="100000"/>
              </a:lnSpc>
              <a:spcBef>
                <a:spcPts val="0"/>
              </a:spcBef>
              <a:spcAft>
                <a:spcPts val="0"/>
              </a:spcAft>
              <a:buSzPts val="3000"/>
              <a:buFont typeface="Bakbak One"/>
              <a:buNone/>
              <a:defRPr sz="4000">
                <a:latin typeface="Bakbak One"/>
                <a:ea typeface="Bakbak One"/>
                <a:cs typeface="Bakbak One"/>
                <a:sym typeface="Bakbak One"/>
              </a:defRPr>
            </a:lvl9pPr>
          </a:lstStyle>
          <a:p>
            <a:endParaRPr/>
          </a:p>
        </p:txBody>
      </p:sp>
      <p:sp>
        <p:nvSpPr>
          <p:cNvPr id="28" name="Google Shape;28;p23"/>
          <p:cNvSpPr txBox="1">
            <a:spLocks noGrp="1"/>
          </p:cNvSpPr>
          <p:nvPr>
            <p:ph type="title" idx="3"/>
          </p:nvPr>
        </p:nvSpPr>
        <p:spPr>
          <a:xfrm>
            <a:off x="4691829" y="4375867"/>
            <a:ext cx="1078800" cy="791200"/>
          </a:xfrm>
          <a:prstGeom prst="rect">
            <a:avLst/>
          </a:prstGeom>
          <a:solidFill>
            <a:schemeClr val="lt2"/>
          </a:solidFill>
          <a:ln>
            <a:noFill/>
          </a:ln>
        </p:spPr>
        <p:txBody>
          <a:bodyPr spcFirstLastPara="1" wrap="square" lIns="91425" tIns="91425" rIns="91425" bIns="91425" anchor="ctr" anchorCtr="0">
            <a:noAutofit/>
          </a:bodyPr>
          <a:lstStyle>
            <a:lvl1pPr lvl="0" algn="ctr">
              <a:lnSpc>
                <a:spcPct val="90000"/>
              </a:lnSpc>
              <a:spcBef>
                <a:spcPts val="0"/>
              </a:spcBef>
              <a:spcAft>
                <a:spcPts val="0"/>
              </a:spcAft>
              <a:buClr>
                <a:schemeClr val="lt1"/>
              </a:buClr>
              <a:buSzPts val="3000"/>
              <a:buFont typeface="Twentieth Century"/>
              <a:buNone/>
              <a:defRPr sz="4000">
                <a:solidFill>
                  <a:schemeClr val="lt1"/>
                </a:solidFill>
              </a:defRPr>
            </a:lvl1pPr>
            <a:lvl2pPr lvl="1" algn="l">
              <a:lnSpc>
                <a:spcPct val="100000"/>
              </a:lnSpc>
              <a:spcBef>
                <a:spcPts val="0"/>
              </a:spcBef>
              <a:spcAft>
                <a:spcPts val="0"/>
              </a:spcAft>
              <a:buSzPts val="3000"/>
              <a:buFont typeface="Bakbak One"/>
              <a:buNone/>
              <a:defRPr sz="4000">
                <a:latin typeface="Bakbak One"/>
                <a:ea typeface="Bakbak One"/>
                <a:cs typeface="Bakbak One"/>
                <a:sym typeface="Bakbak One"/>
              </a:defRPr>
            </a:lvl2pPr>
            <a:lvl3pPr lvl="2" algn="l">
              <a:lnSpc>
                <a:spcPct val="100000"/>
              </a:lnSpc>
              <a:spcBef>
                <a:spcPts val="0"/>
              </a:spcBef>
              <a:spcAft>
                <a:spcPts val="0"/>
              </a:spcAft>
              <a:buSzPts val="3000"/>
              <a:buFont typeface="Bakbak One"/>
              <a:buNone/>
              <a:defRPr sz="4000">
                <a:latin typeface="Bakbak One"/>
                <a:ea typeface="Bakbak One"/>
                <a:cs typeface="Bakbak One"/>
                <a:sym typeface="Bakbak One"/>
              </a:defRPr>
            </a:lvl3pPr>
            <a:lvl4pPr lvl="3" algn="l">
              <a:lnSpc>
                <a:spcPct val="100000"/>
              </a:lnSpc>
              <a:spcBef>
                <a:spcPts val="0"/>
              </a:spcBef>
              <a:spcAft>
                <a:spcPts val="0"/>
              </a:spcAft>
              <a:buSzPts val="3000"/>
              <a:buFont typeface="Bakbak One"/>
              <a:buNone/>
              <a:defRPr sz="4000">
                <a:latin typeface="Bakbak One"/>
                <a:ea typeface="Bakbak One"/>
                <a:cs typeface="Bakbak One"/>
                <a:sym typeface="Bakbak One"/>
              </a:defRPr>
            </a:lvl4pPr>
            <a:lvl5pPr lvl="4" algn="l">
              <a:lnSpc>
                <a:spcPct val="100000"/>
              </a:lnSpc>
              <a:spcBef>
                <a:spcPts val="0"/>
              </a:spcBef>
              <a:spcAft>
                <a:spcPts val="0"/>
              </a:spcAft>
              <a:buSzPts val="3000"/>
              <a:buFont typeface="Bakbak One"/>
              <a:buNone/>
              <a:defRPr sz="4000">
                <a:latin typeface="Bakbak One"/>
                <a:ea typeface="Bakbak One"/>
                <a:cs typeface="Bakbak One"/>
                <a:sym typeface="Bakbak One"/>
              </a:defRPr>
            </a:lvl5pPr>
            <a:lvl6pPr lvl="5" algn="l">
              <a:lnSpc>
                <a:spcPct val="100000"/>
              </a:lnSpc>
              <a:spcBef>
                <a:spcPts val="0"/>
              </a:spcBef>
              <a:spcAft>
                <a:spcPts val="0"/>
              </a:spcAft>
              <a:buSzPts val="3000"/>
              <a:buFont typeface="Bakbak One"/>
              <a:buNone/>
              <a:defRPr sz="4000">
                <a:latin typeface="Bakbak One"/>
                <a:ea typeface="Bakbak One"/>
                <a:cs typeface="Bakbak One"/>
                <a:sym typeface="Bakbak One"/>
              </a:defRPr>
            </a:lvl6pPr>
            <a:lvl7pPr lvl="6" algn="l">
              <a:lnSpc>
                <a:spcPct val="100000"/>
              </a:lnSpc>
              <a:spcBef>
                <a:spcPts val="0"/>
              </a:spcBef>
              <a:spcAft>
                <a:spcPts val="0"/>
              </a:spcAft>
              <a:buSzPts val="3000"/>
              <a:buFont typeface="Bakbak One"/>
              <a:buNone/>
              <a:defRPr sz="4000">
                <a:latin typeface="Bakbak One"/>
                <a:ea typeface="Bakbak One"/>
                <a:cs typeface="Bakbak One"/>
                <a:sym typeface="Bakbak One"/>
              </a:defRPr>
            </a:lvl7pPr>
            <a:lvl8pPr lvl="7" algn="l">
              <a:lnSpc>
                <a:spcPct val="100000"/>
              </a:lnSpc>
              <a:spcBef>
                <a:spcPts val="0"/>
              </a:spcBef>
              <a:spcAft>
                <a:spcPts val="0"/>
              </a:spcAft>
              <a:buSzPts val="3000"/>
              <a:buFont typeface="Bakbak One"/>
              <a:buNone/>
              <a:defRPr sz="4000">
                <a:latin typeface="Bakbak One"/>
                <a:ea typeface="Bakbak One"/>
                <a:cs typeface="Bakbak One"/>
                <a:sym typeface="Bakbak One"/>
              </a:defRPr>
            </a:lvl8pPr>
            <a:lvl9pPr lvl="8" algn="l">
              <a:lnSpc>
                <a:spcPct val="100000"/>
              </a:lnSpc>
              <a:spcBef>
                <a:spcPts val="0"/>
              </a:spcBef>
              <a:spcAft>
                <a:spcPts val="0"/>
              </a:spcAft>
              <a:buSzPts val="3000"/>
              <a:buFont typeface="Bakbak One"/>
              <a:buNone/>
              <a:defRPr sz="4000">
                <a:latin typeface="Bakbak One"/>
                <a:ea typeface="Bakbak One"/>
                <a:cs typeface="Bakbak One"/>
                <a:sym typeface="Bakbak One"/>
              </a:defRPr>
            </a:lvl9pPr>
          </a:lstStyle>
          <a:p>
            <a:endParaRPr/>
          </a:p>
        </p:txBody>
      </p:sp>
      <p:sp>
        <p:nvSpPr>
          <p:cNvPr id="29" name="Google Shape;29;p23"/>
          <p:cNvSpPr txBox="1">
            <a:spLocks noGrp="1"/>
          </p:cNvSpPr>
          <p:nvPr>
            <p:ph type="title" idx="4"/>
          </p:nvPr>
        </p:nvSpPr>
        <p:spPr>
          <a:xfrm>
            <a:off x="6421363" y="4375867"/>
            <a:ext cx="1078800" cy="791200"/>
          </a:xfrm>
          <a:prstGeom prst="rect">
            <a:avLst/>
          </a:prstGeom>
          <a:solidFill>
            <a:schemeClr val="lt2"/>
          </a:solidFill>
          <a:ln>
            <a:noFill/>
          </a:ln>
        </p:spPr>
        <p:txBody>
          <a:bodyPr spcFirstLastPara="1" wrap="square" lIns="91425" tIns="91425" rIns="91425" bIns="91425" anchor="ctr" anchorCtr="0">
            <a:noAutofit/>
          </a:bodyPr>
          <a:lstStyle>
            <a:lvl1pPr lvl="0" algn="ctr">
              <a:lnSpc>
                <a:spcPct val="90000"/>
              </a:lnSpc>
              <a:spcBef>
                <a:spcPts val="0"/>
              </a:spcBef>
              <a:spcAft>
                <a:spcPts val="0"/>
              </a:spcAft>
              <a:buClr>
                <a:schemeClr val="lt1"/>
              </a:buClr>
              <a:buSzPts val="3000"/>
              <a:buFont typeface="Twentieth Century"/>
              <a:buNone/>
              <a:defRPr sz="4000">
                <a:solidFill>
                  <a:schemeClr val="lt1"/>
                </a:solidFill>
              </a:defRPr>
            </a:lvl1pPr>
            <a:lvl2pPr lvl="1" algn="l">
              <a:lnSpc>
                <a:spcPct val="100000"/>
              </a:lnSpc>
              <a:spcBef>
                <a:spcPts val="0"/>
              </a:spcBef>
              <a:spcAft>
                <a:spcPts val="0"/>
              </a:spcAft>
              <a:buSzPts val="3000"/>
              <a:buFont typeface="Bakbak One"/>
              <a:buNone/>
              <a:defRPr sz="4000">
                <a:latin typeface="Bakbak One"/>
                <a:ea typeface="Bakbak One"/>
                <a:cs typeface="Bakbak One"/>
                <a:sym typeface="Bakbak One"/>
              </a:defRPr>
            </a:lvl2pPr>
            <a:lvl3pPr lvl="2" algn="l">
              <a:lnSpc>
                <a:spcPct val="100000"/>
              </a:lnSpc>
              <a:spcBef>
                <a:spcPts val="0"/>
              </a:spcBef>
              <a:spcAft>
                <a:spcPts val="0"/>
              </a:spcAft>
              <a:buSzPts val="3000"/>
              <a:buFont typeface="Bakbak One"/>
              <a:buNone/>
              <a:defRPr sz="4000">
                <a:latin typeface="Bakbak One"/>
                <a:ea typeface="Bakbak One"/>
                <a:cs typeface="Bakbak One"/>
                <a:sym typeface="Bakbak One"/>
              </a:defRPr>
            </a:lvl3pPr>
            <a:lvl4pPr lvl="3" algn="l">
              <a:lnSpc>
                <a:spcPct val="100000"/>
              </a:lnSpc>
              <a:spcBef>
                <a:spcPts val="0"/>
              </a:spcBef>
              <a:spcAft>
                <a:spcPts val="0"/>
              </a:spcAft>
              <a:buSzPts val="3000"/>
              <a:buFont typeface="Bakbak One"/>
              <a:buNone/>
              <a:defRPr sz="4000">
                <a:latin typeface="Bakbak One"/>
                <a:ea typeface="Bakbak One"/>
                <a:cs typeface="Bakbak One"/>
                <a:sym typeface="Bakbak One"/>
              </a:defRPr>
            </a:lvl4pPr>
            <a:lvl5pPr lvl="4" algn="l">
              <a:lnSpc>
                <a:spcPct val="100000"/>
              </a:lnSpc>
              <a:spcBef>
                <a:spcPts val="0"/>
              </a:spcBef>
              <a:spcAft>
                <a:spcPts val="0"/>
              </a:spcAft>
              <a:buSzPts val="3000"/>
              <a:buFont typeface="Bakbak One"/>
              <a:buNone/>
              <a:defRPr sz="4000">
                <a:latin typeface="Bakbak One"/>
                <a:ea typeface="Bakbak One"/>
                <a:cs typeface="Bakbak One"/>
                <a:sym typeface="Bakbak One"/>
              </a:defRPr>
            </a:lvl5pPr>
            <a:lvl6pPr lvl="5" algn="l">
              <a:lnSpc>
                <a:spcPct val="100000"/>
              </a:lnSpc>
              <a:spcBef>
                <a:spcPts val="0"/>
              </a:spcBef>
              <a:spcAft>
                <a:spcPts val="0"/>
              </a:spcAft>
              <a:buSzPts val="3000"/>
              <a:buFont typeface="Bakbak One"/>
              <a:buNone/>
              <a:defRPr sz="4000">
                <a:latin typeface="Bakbak One"/>
                <a:ea typeface="Bakbak One"/>
                <a:cs typeface="Bakbak One"/>
                <a:sym typeface="Bakbak One"/>
              </a:defRPr>
            </a:lvl6pPr>
            <a:lvl7pPr lvl="6" algn="l">
              <a:lnSpc>
                <a:spcPct val="100000"/>
              </a:lnSpc>
              <a:spcBef>
                <a:spcPts val="0"/>
              </a:spcBef>
              <a:spcAft>
                <a:spcPts val="0"/>
              </a:spcAft>
              <a:buSzPts val="3000"/>
              <a:buFont typeface="Bakbak One"/>
              <a:buNone/>
              <a:defRPr sz="4000">
                <a:latin typeface="Bakbak One"/>
                <a:ea typeface="Bakbak One"/>
                <a:cs typeface="Bakbak One"/>
                <a:sym typeface="Bakbak One"/>
              </a:defRPr>
            </a:lvl7pPr>
            <a:lvl8pPr lvl="7" algn="l">
              <a:lnSpc>
                <a:spcPct val="100000"/>
              </a:lnSpc>
              <a:spcBef>
                <a:spcPts val="0"/>
              </a:spcBef>
              <a:spcAft>
                <a:spcPts val="0"/>
              </a:spcAft>
              <a:buSzPts val="3000"/>
              <a:buFont typeface="Bakbak One"/>
              <a:buNone/>
              <a:defRPr sz="4000">
                <a:latin typeface="Bakbak One"/>
                <a:ea typeface="Bakbak One"/>
                <a:cs typeface="Bakbak One"/>
                <a:sym typeface="Bakbak One"/>
              </a:defRPr>
            </a:lvl8pPr>
            <a:lvl9pPr lvl="8" algn="l">
              <a:lnSpc>
                <a:spcPct val="100000"/>
              </a:lnSpc>
              <a:spcBef>
                <a:spcPts val="0"/>
              </a:spcBef>
              <a:spcAft>
                <a:spcPts val="0"/>
              </a:spcAft>
              <a:buSzPts val="3000"/>
              <a:buFont typeface="Bakbak One"/>
              <a:buNone/>
              <a:defRPr sz="4000">
                <a:latin typeface="Bakbak One"/>
                <a:ea typeface="Bakbak One"/>
                <a:cs typeface="Bakbak One"/>
                <a:sym typeface="Bakbak One"/>
              </a:defRPr>
            </a:lvl9pPr>
          </a:lstStyle>
          <a:p>
            <a:endParaRPr/>
          </a:p>
        </p:txBody>
      </p:sp>
      <p:sp>
        <p:nvSpPr>
          <p:cNvPr id="30" name="Google Shape;30;p23"/>
          <p:cNvSpPr txBox="1">
            <a:spLocks noGrp="1"/>
          </p:cNvSpPr>
          <p:nvPr>
            <p:ph type="title" idx="5"/>
          </p:nvPr>
        </p:nvSpPr>
        <p:spPr>
          <a:xfrm>
            <a:off x="960000" y="593367"/>
            <a:ext cx="10272000" cy="763600"/>
          </a:xfrm>
          <a:prstGeom prst="rect">
            <a:avLst/>
          </a:prstGeom>
          <a:noFill/>
          <a:ln>
            <a:noFill/>
          </a:ln>
        </p:spPr>
        <p:txBody>
          <a:bodyPr spcFirstLastPara="1" wrap="square" lIns="91425" tIns="91425" rIns="91425" bIns="91425" anchor="t" anchorCtr="0">
            <a:noAutofit/>
          </a:bodyPr>
          <a:lstStyle>
            <a:lvl1pPr lvl="0" algn="ctr">
              <a:lnSpc>
                <a:spcPct val="90000"/>
              </a:lnSpc>
              <a:spcBef>
                <a:spcPts val="0"/>
              </a:spcBef>
              <a:spcAft>
                <a:spcPts val="0"/>
              </a:spcAft>
              <a:buClr>
                <a:schemeClr val="dk1"/>
              </a:buClr>
              <a:buSzPts val="3500"/>
              <a:buFont typeface="Twentieth Century"/>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31" name="Google Shape;31;p23"/>
          <p:cNvSpPr txBox="1">
            <a:spLocks noGrp="1"/>
          </p:cNvSpPr>
          <p:nvPr>
            <p:ph type="subTitle" idx="1"/>
          </p:nvPr>
        </p:nvSpPr>
        <p:spPr>
          <a:xfrm>
            <a:off x="1456229" y="2787267"/>
            <a:ext cx="4314400" cy="701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1pPr>
            <a:lvl2pPr lvl="1" algn="l">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2pPr>
            <a:lvl3pPr lvl="2" algn="l">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3pPr>
            <a:lvl4pPr lvl="3" algn="l">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4pPr>
            <a:lvl5pPr lvl="4" algn="l">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5pPr>
            <a:lvl6pPr lvl="5" algn="l">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6pPr>
            <a:lvl7pPr lvl="6" algn="l">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7pPr>
            <a:lvl8pPr lvl="7" algn="l">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8pPr>
            <a:lvl9pPr lvl="8" algn="l">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9pPr>
          </a:lstStyle>
          <a:p>
            <a:endParaRPr/>
          </a:p>
        </p:txBody>
      </p:sp>
      <p:sp>
        <p:nvSpPr>
          <p:cNvPr id="32" name="Google Shape;32;p23"/>
          <p:cNvSpPr txBox="1">
            <a:spLocks noGrp="1"/>
          </p:cNvSpPr>
          <p:nvPr>
            <p:ph type="subTitle" idx="6"/>
          </p:nvPr>
        </p:nvSpPr>
        <p:spPr>
          <a:xfrm>
            <a:off x="6421367" y="2787267"/>
            <a:ext cx="4314400" cy="701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1pPr>
            <a:lvl2pPr lvl="1" algn="l">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2pPr>
            <a:lvl3pPr lvl="2" algn="l">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3pPr>
            <a:lvl4pPr lvl="3" algn="l">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4pPr>
            <a:lvl5pPr lvl="4" algn="l">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5pPr>
            <a:lvl6pPr lvl="5" algn="l">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6pPr>
            <a:lvl7pPr lvl="6" algn="l">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7pPr>
            <a:lvl8pPr lvl="7" algn="l">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8pPr>
            <a:lvl9pPr lvl="8" algn="l">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9pPr>
          </a:lstStyle>
          <a:p>
            <a:endParaRPr/>
          </a:p>
        </p:txBody>
      </p:sp>
      <p:sp>
        <p:nvSpPr>
          <p:cNvPr id="33" name="Google Shape;33;p23"/>
          <p:cNvSpPr txBox="1">
            <a:spLocks noGrp="1"/>
          </p:cNvSpPr>
          <p:nvPr>
            <p:ph type="subTitle" idx="7"/>
          </p:nvPr>
        </p:nvSpPr>
        <p:spPr>
          <a:xfrm>
            <a:off x="1456229" y="5195500"/>
            <a:ext cx="4314400" cy="701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1pPr>
            <a:lvl2pPr lvl="1" algn="l">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2pPr>
            <a:lvl3pPr lvl="2" algn="l">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3pPr>
            <a:lvl4pPr lvl="3" algn="l">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4pPr>
            <a:lvl5pPr lvl="4" algn="l">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5pPr>
            <a:lvl6pPr lvl="5" algn="l">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6pPr>
            <a:lvl7pPr lvl="6" algn="l">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7pPr>
            <a:lvl8pPr lvl="7" algn="l">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8pPr>
            <a:lvl9pPr lvl="8" algn="l">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9pPr>
          </a:lstStyle>
          <a:p>
            <a:endParaRPr/>
          </a:p>
        </p:txBody>
      </p:sp>
      <p:sp>
        <p:nvSpPr>
          <p:cNvPr id="34" name="Google Shape;34;p23"/>
          <p:cNvSpPr txBox="1">
            <a:spLocks noGrp="1"/>
          </p:cNvSpPr>
          <p:nvPr>
            <p:ph type="subTitle" idx="8"/>
          </p:nvPr>
        </p:nvSpPr>
        <p:spPr>
          <a:xfrm>
            <a:off x="6421371" y="5195500"/>
            <a:ext cx="4314400" cy="701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1pPr>
            <a:lvl2pPr lvl="1" algn="l">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2pPr>
            <a:lvl3pPr lvl="2" algn="l">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3pPr>
            <a:lvl4pPr lvl="3" algn="l">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4pPr>
            <a:lvl5pPr lvl="4" algn="l">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5pPr>
            <a:lvl6pPr lvl="5" algn="l">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6pPr>
            <a:lvl7pPr lvl="6" algn="l">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7pPr>
            <a:lvl8pPr lvl="7" algn="l">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8pPr>
            <a:lvl9pPr lvl="8" algn="l">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9pPr>
          </a:lstStyle>
          <a:p>
            <a:endParaRPr/>
          </a:p>
        </p:txBody>
      </p:sp>
    </p:spTree>
    <p:extLst>
      <p:ext uri="{BB962C8B-B14F-4D97-AF65-F5344CB8AC3E}">
        <p14:creationId xmlns:p14="http://schemas.microsoft.com/office/powerpoint/2010/main" val="95290351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35"/>
        <p:cNvGrpSpPr/>
        <p:nvPr/>
      </p:nvGrpSpPr>
      <p:grpSpPr>
        <a:xfrm>
          <a:off x="0" y="0"/>
          <a:ext cx="0" cy="0"/>
          <a:chOff x="0" y="0"/>
          <a:chExt cx="0" cy="0"/>
        </a:xfrm>
      </p:grpSpPr>
      <p:sp>
        <p:nvSpPr>
          <p:cNvPr id="36" name="Google Shape;36;p24"/>
          <p:cNvSpPr txBox="1">
            <a:spLocks noGrp="1"/>
          </p:cNvSpPr>
          <p:nvPr>
            <p:ph type="subTitle" idx="1"/>
          </p:nvPr>
        </p:nvSpPr>
        <p:spPr>
          <a:xfrm>
            <a:off x="2870379" y="1460667"/>
            <a:ext cx="6451200" cy="6464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1pPr>
            <a:lvl2pPr lvl="1" algn="ctr">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2pPr>
            <a:lvl3pPr lvl="2" algn="ctr">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3pPr>
            <a:lvl4pPr lvl="3" algn="ctr">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4pPr>
            <a:lvl5pPr lvl="4" algn="ctr">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5pPr>
            <a:lvl6pPr lvl="5" algn="ctr">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6pPr>
            <a:lvl7pPr lvl="6" algn="ctr">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7pPr>
            <a:lvl8pPr lvl="7" algn="ctr">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8pPr>
            <a:lvl9pPr lvl="8" algn="ctr">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9pPr>
          </a:lstStyle>
          <a:p>
            <a:endParaRPr/>
          </a:p>
        </p:txBody>
      </p:sp>
      <p:sp>
        <p:nvSpPr>
          <p:cNvPr id="37" name="Google Shape;37;p24"/>
          <p:cNvSpPr txBox="1">
            <a:spLocks noGrp="1"/>
          </p:cNvSpPr>
          <p:nvPr>
            <p:ph type="subTitle" idx="2"/>
          </p:nvPr>
        </p:nvSpPr>
        <p:spPr>
          <a:xfrm>
            <a:off x="2870379" y="2005467"/>
            <a:ext cx="6451200" cy="948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a:endParaRPr/>
          </a:p>
        </p:txBody>
      </p:sp>
      <p:sp>
        <p:nvSpPr>
          <p:cNvPr id="38" name="Google Shape;38;p24"/>
          <p:cNvSpPr txBox="1">
            <a:spLocks noGrp="1"/>
          </p:cNvSpPr>
          <p:nvPr>
            <p:ph type="subTitle" idx="3"/>
          </p:nvPr>
        </p:nvSpPr>
        <p:spPr>
          <a:xfrm>
            <a:off x="2870409" y="3600667"/>
            <a:ext cx="6451200" cy="9488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a:endParaRPr/>
          </a:p>
        </p:txBody>
      </p:sp>
      <p:sp>
        <p:nvSpPr>
          <p:cNvPr id="39" name="Google Shape;39;p24"/>
          <p:cNvSpPr txBox="1">
            <a:spLocks noGrp="1"/>
          </p:cNvSpPr>
          <p:nvPr>
            <p:ph type="subTitle" idx="4"/>
          </p:nvPr>
        </p:nvSpPr>
        <p:spPr>
          <a:xfrm>
            <a:off x="2870395" y="5195867"/>
            <a:ext cx="6451200" cy="948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a:endParaRPr/>
          </a:p>
        </p:txBody>
      </p:sp>
      <p:sp>
        <p:nvSpPr>
          <p:cNvPr id="40" name="Google Shape;40;p24"/>
          <p:cNvSpPr txBox="1">
            <a:spLocks noGrp="1"/>
          </p:cNvSpPr>
          <p:nvPr>
            <p:ph type="title"/>
          </p:nvPr>
        </p:nvSpPr>
        <p:spPr>
          <a:xfrm>
            <a:off x="960000" y="593367"/>
            <a:ext cx="10272000" cy="763600"/>
          </a:xfrm>
          <a:prstGeom prst="rect">
            <a:avLst/>
          </a:prstGeom>
          <a:noFill/>
          <a:ln>
            <a:noFill/>
          </a:ln>
        </p:spPr>
        <p:txBody>
          <a:bodyPr spcFirstLastPara="1" wrap="square" lIns="91425" tIns="91425" rIns="91425" bIns="91425" anchor="t" anchorCtr="0">
            <a:noAutofit/>
          </a:bodyPr>
          <a:lstStyle>
            <a:lvl1pPr lvl="0" algn="ctr">
              <a:lnSpc>
                <a:spcPct val="90000"/>
              </a:lnSpc>
              <a:spcBef>
                <a:spcPts val="0"/>
              </a:spcBef>
              <a:spcAft>
                <a:spcPts val="0"/>
              </a:spcAft>
              <a:buClr>
                <a:schemeClr val="dk1"/>
              </a:buClr>
              <a:buSzPts val="3500"/>
              <a:buFont typeface="Twentieth Century"/>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41" name="Google Shape;41;p24"/>
          <p:cNvSpPr txBox="1">
            <a:spLocks noGrp="1"/>
          </p:cNvSpPr>
          <p:nvPr>
            <p:ph type="subTitle" idx="5"/>
          </p:nvPr>
        </p:nvSpPr>
        <p:spPr>
          <a:xfrm>
            <a:off x="2870404" y="3055867"/>
            <a:ext cx="6451200" cy="646400"/>
          </a:xfrm>
          <a:prstGeom prst="rect">
            <a:avLst/>
          </a:prstGeom>
          <a:noFill/>
          <a:ln>
            <a:noFill/>
          </a:ln>
        </p:spPr>
        <p:txBody>
          <a:bodyPr spcFirstLastPara="1" wrap="square" lIns="91425" tIns="91425" rIns="91425" bIns="91425" anchor="b" anchorCtr="0">
            <a:noAutofit/>
          </a:bodyPr>
          <a:lstStyle>
            <a:lvl1pPr lvl="0" algn="r">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1pPr>
            <a:lvl2pPr lvl="1" algn="ctr">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2pPr>
            <a:lvl3pPr lvl="2" algn="ctr">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3pPr>
            <a:lvl4pPr lvl="3" algn="ctr">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4pPr>
            <a:lvl5pPr lvl="4" algn="ctr">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5pPr>
            <a:lvl6pPr lvl="5" algn="ctr">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6pPr>
            <a:lvl7pPr lvl="6" algn="ctr">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7pPr>
            <a:lvl8pPr lvl="7" algn="ctr">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8pPr>
            <a:lvl9pPr lvl="8" algn="ctr">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9pPr>
          </a:lstStyle>
          <a:p>
            <a:endParaRPr/>
          </a:p>
        </p:txBody>
      </p:sp>
      <p:sp>
        <p:nvSpPr>
          <p:cNvPr id="42" name="Google Shape;42;p24"/>
          <p:cNvSpPr txBox="1">
            <a:spLocks noGrp="1"/>
          </p:cNvSpPr>
          <p:nvPr>
            <p:ph type="subTitle" idx="6"/>
          </p:nvPr>
        </p:nvSpPr>
        <p:spPr>
          <a:xfrm>
            <a:off x="2870421" y="4651067"/>
            <a:ext cx="6451200" cy="6464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1pPr>
            <a:lvl2pPr lvl="1" algn="ctr">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2pPr>
            <a:lvl3pPr lvl="2" algn="ctr">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3pPr>
            <a:lvl4pPr lvl="3" algn="ctr">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4pPr>
            <a:lvl5pPr lvl="4" algn="ctr">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5pPr>
            <a:lvl6pPr lvl="5" algn="ctr">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6pPr>
            <a:lvl7pPr lvl="6" algn="ctr">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7pPr>
            <a:lvl8pPr lvl="7" algn="ctr">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8pPr>
            <a:lvl9pPr lvl="8" algn="ctr">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9pPr>
          </a:lstStyle>
          <a:p>
            <a:endParaRPr/>
          </a:p>
        </p:txBody>
      </p:sp>
    </p:spTree>
    <p:extLst>
      <p:ext uri="{BB962C8B-B14F-4D97-AF65-F5344CB8AC3E}">
        <p14:creationId xmlns:p14="http://schemas.microsoft.com/office/powerpoint/2010/main" val="286248579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2">
  <p:cSld name="Title only 2">
    <p:spTree>
      <p:nvGrpSpPr>
        <p:cNvPr id="1" name="Shape 43"/>
        <p:cNvGrpSpPr/>
        <p:nvPr/>
      </p:nvGrpSpPr>
      <p:grpSpPr>
        <a:xfrm>
          <a:off x="0" y="0"/>
          <a:ext cx="0" cy="0"/>
          <a:chOff x="0" y="0"/>
          <a:chExt cx="0" cy="0"/>
        </a:xfrm>
      </p:grpSpPr>
      <p:sp>
        <p:nvSpPr>
          <p:cNvPr id="44" name="Google Shape;44;p25"/>
          <p:cNvSpPr txBox="1">
            <a:spLocks noGrp="1"/>
          </p:cNvSpPr>
          <p:nvPr>
            <p:ph type="title"/>
          </p:nvPr>
        </p:nvSpPr>
        <p:spPr>
          <a:xfrm>
            <a:off x="960000" y="593367"/>
            <a:ext cx="10272000" cy="763600"/>
          </a:xfrm>
          <a:prstGeom prst="rect">
            <a:avLst/>
          </a:prstGeom>
          <a:noFill/>
          <a:ln>
            <a:noFill/>
          </a:ln>
        </p:spPr>
        <p:txBody>
          <a:bodyPr spcFirstLastPara="1" wrap="square" lIns="91425" tIns="91425" rIns="91425" bIns="91425" anchor="t" anchorCtr="0">
            <a:noAutofit/>
          </a:bodyPr>
          <a:lstStyle>
            <a:lvl1pPr lvl="0" algn="ctr">
              <a:lnSpc>
                <a:spcPct val="90000"/>
              </a:lnSpc>
              <a:spcBef>
                <a:spcPts val="0"/>
              </a:spcBef>
              <a:spcAft>
                <a:spcPts val="0"/>
              </a:spcAft>
              <a:buClr>
                <a:schemeClr val="dk1"/>
              </a:buClr>
              <a:buSzPts val="3500"/>
              <a:buFont typeface="Twentieth Century"/>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Tree>
    <p:extLst>
      <p:ext uri="{BB962C8B-B14F-4D97-AF65-F5344CB8AC3E}">
        <p14:creationId xmlns:p14="http://schemas.microsoft.com/office/powerpoint/2010/main" val="296363953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45"/>
        <p:cNvGrpSpPr/>
        <p:nvPr/>
      </p:nvGrpSpPr>
      <p:grpSpPr>
        <a:xfrm>
          <a:off x="0" y="0"/>
          <a:ext cx="0" cy="0"/>
          <a:chOff x="0" y="0"/>
          <a:chExt cx="0" cy="0"/>
        </a:xfrm>
      </p:grpSpPr>
      <p:sp>
        <p:nvSpPr>
          <p:cNvPr id="46" name="Google Shape;46;p26"/>
          <p:cNvSpPr txBox="1">
            <a:spLocks noGrp="1"/>
          </p:cNvSpPr>
          <p:nvPr>
            <p:ph type="subTitle" idx="1"/>
          </p:nvPr>
        </p:nvSpPr>
        <p:spPr>
          <a:xfrm>
            <a:off x="2263000" y="2101933"/>
            <a:ext cx="7666000" cy="763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1pPr>
            <a:lvl2pPr lvl="1" algn="ctr">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2pPr>
            <a:lvl3pPr lvl="2" algn="ctr">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3pPr>
            <a:lvl4pPr lvl="3" algn="ctr">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4pPr>
            <a:lvl5pPr lvl="4" algn="ctr">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5pPr>
            <a:lvl6pPr lvl="5" algn="ctr">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6pPr>
            <a:lvl7pPr lvl="6" algn="ctr">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7pPr>
            <a:lvl8pPr lvl="7" algn="ctr">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8pPr>
            <a:lvl9pPr lvl="8" algn="ctr">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9pPr>
          </a:lstStyle>
          <a:p>
            <a:endParaRPr/>
          </a:p>
        </p:txBody>
      </p:sp>
      <p:sp>
        <p:nvSpPr>
          <p:cNvPr id="47" name="Google Shape;47;p26"/>
          <p:cNvSpPr txBox="1">
            <a:spLocks noGrp="1"/>
          </p:cNvSpPr>
          <p:nvPr>
            <p:ph type="subTitle" idx="2"/>
          </p:nvPr>
        </p:nvSpPr>
        <p:spPr>
          <a:xfrm>
            <a:off x="2263000" y="4019400"/>
            <a:ext cx="7666000" cy="763600"/>
          </a:xfrm>
          <a:prstGeom prst="rect">
            <a:avLst/>
          </a:prstGeom>
          <a:noFill/>
          <a:ln>
            <a:noFill/>
          </a:ln>
        </p:spPr>
        <p:txBody>
          <a:bodyPr spcFirstLastPara="1" wrap="square" lIns="91425" tIns="91425" rIns="91425" bIns="91425" anchor="b" anchorCtr="0">
            <a:noAutofit/>
          </a:bodyPr>
          <a:lstStyle>
            <a:lvl1pPr lvl="0" algn="r">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1pPr>
            <a:lvl2pPr lvl="1" algn="ctr">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2pPr>
            <a:lvl3pPr lvl="2" algn="ctr">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3pPr>
            <a:lvl4pPr lvl="3" algn="ctr">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4pPr>
            <a:lvl5pPr lvl="4" algn="ctr">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5pPr>
            <a:lvl6pPr lvl="5" algn="ctr">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6pPr>
            <a:lvl7pPr lvl="6" algn="ctr">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7pPr>
            <a:lvl8pPr lvl="7" algn="ctr">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8pPr>
            <a:lvl9pPr lvl="8" algn="ctr">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9pPr>
          </a:lstStyle>
          <a:p>
            <a:endParaRPr/>
          </a:p>
        </p:txBody>
      </p:sp>
      <p:sp>
        <p:nvSpPr>
          <p:cNvPr id="48" name="Google Shape;48;p26"/>
          <p:cNvSpPr txBox="1">
            <a:spLocks noGrp="1"/>
          </p:cNvSpPr>
          <p:nvPr>
            <p:ph type="subTitle" idx="3"/>
          </p:nvPr>
        </p:nvSpPr>
        <p:spPr>
          <a:xfrm>
            <a:off x="2263000" y="2717433"/>
            <a:ext cx="7666000" cy="9700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a:endParaRPr/>
          </a:p>
        </p:txBody>
      </p:sp>
      <p:sp>
        <p:nvSpPr>
          <p:cNvPr id="49" name="Google Shape;49;p26"/>
          <p:cNvSpPr txBox="1">
            <a:spLocks noGrp="1"/>
          </p:cNvSpPr>
          <p:nvPr>
            <p:ph type="subTitle" idx="4"/>
          </p:nvPr>
        </p:nvSpPr>
        <p:spPr>
          <a:xfrm>
            <a:off x="2263000" y="4634900"/>
            <a:ext cx="7666000" cy="9700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a:endParaRPr/>
          </a:p>
        </p:txBody>
      </p:sp>
      <p:sp>
        <p:nvSpPr>
          <p:cNvPr id="50" name="Google Shape;50;p26"/>
          <p:cNvSpPr txBox="1">
            <a:spLocks noGrp="1"/>
          </p:cNvSpPr>
          <p:nvPr>
            <p:ph type="title"/>
          </p:nvPr>
        </p:nvSpPr>
        <p:spPr>
          <a:xfrm>
            <a:off x="960000" y="593367"/>
            <a:ext cx="10272000" cy="763600"/>
          </a:xfrm>
          <a:prstGeom prst="rect">
            <a:avLst/>
          </a:prstGeom>
          <a:noFill/>
          <a:ln>
            <a:noFill/>
          </a:ln>
        </p:spPr>
        <p:txBody>
          <a:bodyPr spcFirstLastPara="1" wrap="square" lIns="91425" tIns="91425" rIns="91425" bIns="91425" anchor="t" anchorCtr="0">
            <a:noAutofit/>
          </a:bodyPr>
          <a:lstStyle>
            <a:lvl1pPr lvl="0" algn="ctr">
              <a:lnSpc>
                <a:spcPct val="90000"/>
              </a:lnSpc>
              <a:spcBef>
                <a:spcPts val="0"/>
              </a:spcBef>
              <a:spcAft>
                <a:spcPts val="0"/>
              </a:spcAft>
              <a:buClr>
                <a:schemeClr val="dk1"/>
              </a:buClr>
              <a:buSzPts val="3500"/>
              <a:buFont typeface="Twentieth Century"/>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Tree>
    <p:extLst>
      <p:ext uri="{BB962C8B-B14F-4D97-AF65-F5344CB8AC3E}">
        <p14:creationId xmlns:p14="http://schemas.microsoft.com/office/powerpoint/2010/main" val="407708163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51"/>
        <p:cNvGrpSpPr/>
        <p:nvPr/>
      </p:nvGrpSpPr>
      <p:grpSpPr>
        <a:xfrm>
          <a:off x="0" y="0"/>
          <a:ext cx="0" cy="0"/>
          <a:chOff x="0" y="0"/>
          <a:chExt cx="0" cy="0"/>
        </a:xfrm>
      </p:grpSpPr>
      <p:sp>
        <p:nvSpPr>
          <p:cNvPr id="52" name="Google Shape;52;p27"/>
          <p:cNvSpPr txBox="1">
            <a:spLocks noGrp="1"/>
          </p:cNvSpPr>
          <p:nvPr>
            <p:ph type="subTitle" idx="1"/>
          </p:nvPr>
        </p:nvSpPr>
        <p:spPr>
          <a:xfrm>
            <a:off x="1638697" y="2111300"/>
            <a:ext cx="4259600" cy="6464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1pPr>
            <a:lvl2pPr lvl="1" algn="ctr">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2pPr>
            <a:lvl3pPr lvl="2" algn="ctr">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3pPr>
            <a:lvl4pPr lvl="3" algn="ctr">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4pPr>
            <a:lvl5pPr lvl="4" algn="ctr">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5pPr>
            <a:lvl6pPr lvl="5" algn="ctr">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6pPr>
            <a:lvl7pPr lvl="6" algn="ctr">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7pPr>
            <a:lvl8pPr lvl="7" algn="ctr">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8pPr>
            <a:lvl9pPr lvl="8" algn="ctr">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9pPr>
          </a:lstStyle>
          <a:p>
            <a:endParaRPr/>
          </a:p>
        </p:txBody>
      </p:sp>
      <p:sp>
        <p:nvSpPr>
          <p:cNvPr id="53" name="Google Shape;53;p27"/>
          <p:cNvSpPr txBox="1">
            <a:spLocks noGrp="1"/>
          </p:cNvSpPr>
          <p:nvPr>
            <p:ph type="subTitle" idx="2"/>
          </p:nvPr>
        </p:nvSpPr>
        <p:spPr>
          <a:xfrm>
            <a:off x="1638697" y="2656100"/>
            <a:ext cx="4259600" cy="1206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a:endParaRPr/>
          </a:p>
        </p:txBody>
      </p:sp>
      <p:sp>
        <p:nvSpPr>
          <p:cNvPr id="54" name="Google Shape;54;p27"/>
          <p:cNvSpPr txBox="1">
            <a:spLocks noGrp="1"/>
          </p:cNvSpPr>
          <p:nvPr>
            <p:ph type="subTitle" idx="3"/>
          </p:nvPr>
        </p:nvSpPr>
        <p:spPr>
          <a:xfrm>
            <a:off x="6293703" y="2656100"/>
            <a:ext cx="4259600" cy="12068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a:endParaRPr/>
          </a:p>
        </p:txBody>
      </p:sp>
      <p:sp>
        <p:nvSpPr>
          <p:cNvPr id="55" name="Google Shape;55;p27"/>
          <p:cNvSpPr txBox="1">
            <a:spLocks noGrp="1"/>
          </p:cNvSpPr>
          <p:nvPr>
            <p:ph type="subTitle" idx="4"/>
          </p:nvPr>
        </p:nvSpPr>
        <p:spPr>
          <a:xfrm>
            <a:off x="1638697" y="4610933"/>
            <a:ext cx="4259600" cy="1206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a:endParaRPr/>
          </a:p>
        </p:txBody>
      </p:sp>
      <p:sp>
        <p:nvSpPr>
          <p:cNvPr id="56" name="Google Shape;56;p27"/>
          <p:cNvSpPr txBox="1">
            <a:spLocks noGrp="1"/>
          </p:cNvSpPr>
          <p:nvPr>
            <p:ph type="subTitle" idx="5"/>
          </p:nvPr>
        </p:nvSpPr>
        <p:spPr>
          <a:xfrm>
            <a:off x="6293703" y="4610933"/>
            <a:ext cx="4259600" cy="12068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a:endParaRPr/>
          </a:p>
        </p:txBody>
      </p:sp>
      <p:sp>
        <p:nvSpPr>
          <p:cNvPr id="57" name="Google Shape;57;p27"/>
          <p:cNvSpPr txBox="1">
            <a:spLocks noGrp="1"/>
          </p:cNvSpPr>
          <p:nvPr>
            <p:ph type="title"/>
          </p:nvPr>
        </p:nvSpPr>
        <p:spPr>
          <a:xfrm>
            <a:off x="960000" y="593367"/>
            <a:ext cx="10272000" cy="763600"/>
          </a:xfrm>
          <a:prstGeom prst="rect">
            <a:avLst/>
          </a:prstGeom>
          <a:noFill/>
          <a:ln>
            <a:noFill/>
          </a:ln>
        </p:spPr>
        <p:txBody>
          <a:bodyPr spcFirstLastPara="1" wrap="square" lIns="91425" tIns="91425" rIns="91425" bIns="91425" anchor="t" anchorCtr="0">
            <a:noAutofit/>
          </a:bodyPr>
          <a:lstStyle>
            <a:lvl1pPr lvl="0" algn="ctr">
              <a:lnSpc>
                <a:spcPct val="90000"/>
              </a:lnSpc>
              <a:spcBef>
                <a:spcPts val="0"/>
              </a:spcBef>
              <a:spcAft>
                <a:spcPts val="0"/>
              </a:spcAft>
              <a:buClr>
                <a:schemeClr val="dk1"/>
              </a:buClr>
              <a:buSzPts val="3500"/>
              <a:buFont typeface="Twentieth Century"/>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58" name="Google Shape;58;p27"/>
          <p:cNvSpPr txBox="1">
            <a:spLocks noGrp="1"/>
          </p:cNvSpPr>
          <p:nvPr>
            <p:ph type="subTitle" idx="6"/>
          </p:nvPr>
        </p:nvSpPr>
        <p:spPr>
          <a:xfrm>
            <a:off x="1638697" y="4066133"/>
            <a:ext cx="4259600" cy="6464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1pPr>
            <a:lvl2pPr lvl="1" algn="ctr">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2pPr>
            <a:lvl3pPr lvl="2" algn="ctr">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3pPr>
            <a:lvl4pPr lvl="3" algn="ctr">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4pPr>
            <a:lvl5pPr lvl="4" algn="ctr">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5pPr>
            <a:lvl6pPr lvl="5" algn="ctr">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6pPr>
            <a:lvl7pPr lvl="6" algn="ctr">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7pPr>
            <a:lvl8pPr lvl="7" algn="ctr">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8pPr>
            <a:lvl9pPr lvl="8" algn="ctr">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9pPr>
          </a:lstStyle>
          <a:p>
            <a:endParaRPr/>
          </a:p>
        </p:txBody>
      </p:sp>
      <p:sp>
        <p:nvSpPr>
          <p:cNvPr id="59" name="Google Shape;59;p27"/>
          <p:cNvSpPr txBox="1">
            <a:spLocks noGrp="1"/>
          </p:cNvSpPr>
          <p:nvPr>
            <p:ph type="subTitle" idx="7"/>
          </p:nvPr>
        </p:nvSpPr>
        <p:spPr>
          <a:xfrm>
            <a:off x="6293701" y="2111300"/>
            <a:ext cx="4259600" cy="646400"/>
          </a:xfrm>
          <a:prstGeom prst="rect">
            <a:avLst/>
          </a:prstGeom>
          <a:noFill/>
          <a:ln>
            <a:noFill/>
          </a:ln>
        </p:spPr>
        <p:txBody>
          <a:bodyPr spcFirstLastPara="1" wrap="square" lIns="91425" tIns="91425" rIns="91425" bIns="91425" anchor="b" anchorCtr="0">
            <a:noAutofit/>
          </a:bodyPr>
          <a:lstStyle>
            <a:lvl1pPr lvl="0" algn="r">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1pPr>
            <a:lvl2pPr lvl="1" algn="ctr">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2pPr>
            <a:lvl3pPr lvl="2" algn="ctr">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3pPr>
            <a:lvl4pPr lvl="3" algn="ctr">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4pPr>
            <a:lvl5pPr lvl="4" algn="ctr">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5pPr>
            <a:lvl6pPr lvl="5" algn="ctr">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6pPr>
            <a:lvl7pPr lvl="6" algn="ctr">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7pPr>
            <a:lvl8pPr lvl="7" algn="ctr">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8pPr>
            <a:lvl9pPr lvl="8" algn="ctr">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9pPr>
          </a:lstStyle>
          <a:p>
            <a:endParaRPr/>
          </a:p>
        </p:txBody>
      </p:sp>
      <p:sp>
        <p:nvSpPr>
          <p:cNvPr id="60" name="Google Shape;60;p27"/>
          <p:cNvSpPr txBox="1">
            <a:spLocks noGrp="1"/>
          </p:cNvSpPr>
          <p:nvPr>
            <p:ph type="subTitle" idx="8"/>
          </p:nvPr>
        </p:nvSpPr>
        <p:spPr>
          <a:xfrm>
            <a:off x="6293701" y="4066133"/>
            <a:ext cx="4259600" cy="646400"/>
          </a:xfrm>
          <a:prstGeom prst="rect">
            <a:avLst/>
          </a:prstGeom>
          <a:noFill/>
          <a:ln>
            <a:noFill/>
          </a:ln>
        </p:spPr>
        <p:txBody>
          <a:bodyPr spcFirstLastPara="1" wrap="square" lIns="91425" tIns="91425" rIns="91425" bIns="91425" anchor="b" anchorCtr="0">
            <a:noAutofit/>
          </a:bodyPr>
          <a:lstStyle>
            <a:lvl1pPr lvl="0" algn="r">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1pPr>
            <a:lvl2pPr lvl="1" algn="ctr">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2pPr>
            <a:lvl3pPr lvl="2" algn="ctr">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3pPr>
            <a:lvl4pPr lvl="3" algn="ctr">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4pPr>
            <a:lvl5pPr lvl="4" algn="ctr">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5pPr>
            <a:lvl6pPr lvl="5" algn="ctr">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6pPr>
            <a:lvl7pPr lvl="6" algn="ctr">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7pPr>
            <a:lvl8pPr lvl="7" algn="ctr">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8pPr>
            <a:lvl9pPr lvl="8" algn="ctr">
              <a:lnSpc>
                <a:spcPct val="100000"/>
              </a:lnSpc>
              <a:spcBef>
                <a:spcPts val="0"/>
              </a:spcBef>
              <a:spcAft>
                <a:spcPts val="0"/>
              </a:spcAft>
              <a:buClr>
                <a:schemeClr val="accent1"/>
              </a:buClr>
              <a:buSzPts val="2400"/>
              <a:buFont typeface="Bakbak One"/>
              <a:buNone/>
              <a:defRPr sz="3200">
                <a:solidFill>
                  <a:schemeClr val="accent1"/>
                </a:solidFill>
                <a:latin typeface="Bakbak One"/>
                <a:ea typeface="Bakbak One"/>
                <a:cs typeface="Bakbak One"/>
                <a:sym typeface="Bakbak One"/>
              </a:defRPr>
            </a:lvl9pPr>
          </a:lstStyle>
          <a:p>
            <a:endParaRPr/>
          </a:p>
        </p:txBody>
      </p:sp>
    </p:spTree>
    <p:extLst>
      <p:ext uri="{BB962C8B-B14F-4D97-AF65-F5344CB8AC3E}">
        <p14:creationId xmlns:p14="http://schemas.microsoft.com/office/powerpoint/2010/main" val="374877728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75"/>
        <p:cNvGrpSpPr/>
        <p:nvPr/>
      </p:nvGrpSpPr>
      <p:grpSpPr>
        <a:xfrm>
          <a:off x="0" y="0"/>
          <a:ext cx="0" cy="0"/>
          <a:chOff x="0" y="0"/>
          <a:chExt cx="0" cy="0"/>
        </a:xfrm>
      </p:grpSpPr>
      <p:sp>
        <p:nvSpPr>
          <p:cNvPr id="76" name="Google Shape;76;p29"/>
          <p:cNvSpPr txBox="1">
            <a:spLocks noGrp="1"/>
          </p:cNvSpPr>
          <p:nvPr>
            <p:ph type="title"/>
          </p:nvPr>
        </p:nvSpPr>
        <p:spPr>
          <a:xfrm>
            <a:off x="960000" y="593367"/>
            <a:ext cx="10272000" cy="763600"/>
          </a:xfrm>
          <a:prstGeom prst="rect">
            <a:avLst/>
          </a:prstGeom>
          <a:noFill/>
          <a:ln>
            <a:noFill/>
          </a:ln>
        </p:spPr>
        <p:txBody>
          <a:bodyPr spcFirstLastPara="1" wrap="square" lIns="91425" tIns="91425" rIns="91425" bIns="91425" anchor="t" anchorCtr="0">
            <a:noAutofit/>
          </a:bodyPr>
          <a:lstStyle>
            <a:lvl1pPr lvl="0" algn="ctr">
              <a:lnSpc>
                <a:spcPct val="90000"/>
              </a:lnSpc>
              <a:spcBef>
                <a:spcPts val="0"/>
              </a:spcBef>
              <a:spcAft>
                <a:spcPts val="0"/>
              </a:spcAft>
              <a:buClr>
                <a:schemeClr val="dk1"/>
              </a:buClr>
              <a:buSzPts val="3500"/>
              <a:buFont typeface="Twentieth Century"/>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Tree>
    <p:extLst>
      <p:ext uri="{BB962C8B-B14F-4D97-AF65-F5344CB8AC3E}">
        <p14:creationId xmlns:p14="http://schemas.microsoft.com/office/powerpoint/2010/main" val="328053034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text 1">
  <p:cSld name="Title and text 1">
    <p:spTree>
      <p:nvGrpSpPr>
        <p:cNvPr id="1" name="Shape 77"/>
        <p:cNvGrpSpPr/>
        <p:nvPr/>
      </p:nvGrpSpPr>
      <p:grpSpPr>
        <a:xfrm>
          <a:off x="0" y="0"/>
          <a:ext cx="0" cy="0"/>
          <a:chOff x="0" y="0"/>
          <a:chExt cx="0" cy="0"/>
        </a:xfrm>
      </p:grpSpPr>
      <p:sp>
        <p:nvSpPr>
          <p:cNvPr id="78" name="Google Shape;78;p30"/>
          <p:cNvSpPr txBox="1">
            <a:spLocks noGrp="1"/>
          </p:cNvSpPr>
          <p:nvPr>
            <p:ph type="subTitle" idx="1"/>
          </p:nvPr>
        </p:nvSpPr>
        <p:spPr>
          <a:xfrm>
            <a:off x="956800" y="5295500"/>
            <a:ext cx="10278400" cy="763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a:endParaRPr/>
          </a:p>
        </p:txBody>
      </p:sp>
      <p:sp>
        <p:nvSpPr>
          <p:cNvPr id="79" name="Google Shape;79;p30"/>
          <p:cNvSpPr txBox="1">
            <a:spLocks noGrp="1"/>
          </p:cNvSpPr>
          <p:nvPr>
            <p:ph type="title"/>
          </p:nvPr>
        </p:nvSpPr>
        <p:spPr>
          <a:xfrm>
            <a:off x="960000" y="593367"/>
            <a:ext cx="10272000" cy="763600"/>
          </a:xfrm>
          <a:prstGeom prst="rect">
            <a:avLst/>
          </a:prstGeom>
          <a:noFill/>
          <a:ln>
            <a:noFill/>
          </a:ln>
        </p:spPr>
        <p:txBody>
          <a:bodyPr spcFirstLastPara="1" wrap="square" lIns="91425" tIns="91425" rIns="91425" bIns="91425" anchor="t" anchorCtr="0">
            <a:noAutofit/>
          </a:bodyPr>
          <a:lstStyle>
            <a:lvl1pPr lvl="0" algn="ctr">
              <a:lnSpc>
                <a:spcPct val="90000"/>
              </a:lnSpc>
              <a:spcBef>
                <a:spcPts val="0"/>
              </a:spcBef>
              <a:spcAft>
                <a:spcPts val="0"/>
              </a:spcAft>
              <a:buClr>
                <a:schemeClr val="dk1"/>
              </a:buClr>
              <a:buSzPts val="3500"/>
              <a:buFont typeface="Twentieth Century"/>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Tree>
    <p:extLst>
      <p:ext uri="{BB962C8B-B14F-4D97-AF65-F5344CB8AC3E}">
        <p14:creationId xmlns:p14="http://schemas.microsoft.com/office/powerpoint/2010/main" val="7754800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grpSp>
        <p:nvGrpSpPr>
          <p:cNvPr id="29" name="Group 28"/>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0" y="4013200"/>
              <a:ext cx="448733" cy="2844800"/>
            </a:xfrm>
            <a:prstGeom prst="triangle">
              <a:avLst>
                <a:gd name="adj" fmla="val 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2D688833-A37E-4FFB-A7A4-BF20CAF74B3B}" type="datetimeFigureOut">
              <a:rPr lang="en-US" smtClean="0"/>
              <a:t>8/18/2025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lumMod val="75000"/>
                  </a:schemeClr>
                </a:solidFill>
              </a:defRPr>
            </a:lvl1pPr>
          </a:lstStyle>
          <a:p>
            <a:fld id="{C1BA47EE-1619-4B56-8C00-78D765A76748}" type="slidenum">
              <a:rPr lang="en-US" smtClean="0"/>
              <a:t>‹#›</a:t>
            </a:fld>
            <a:endParaRPr lang="en-US"/>
          </a:p>
        </p:txBody>
      </p:sp>
    </p:spTree>
    <p:extLst>
      <p:ext uri="{BB962C8B-B14F-4D97-AF65-F5344CB8AC3E}">
        <p14:creationId xmlns:p14="http://schemas.microsoft.com/office/powerpoint/2010/main" val="2001765652"/>
      </p:ext>
    </p:extLst>
  </p:cSld>
  <p:clrMap bg1="lt1" tx1="dk1" bg2="lt2" tx2="dk2" accent1="accent1" accent2="accent2" accent3="accent3" accent4="accent4" accent5="accent5" accent6="accent6" hlink="hlink" folHlink="folHlink"/>
  <p:sldLayoutIdLst>
    <p:sldLayoutId id="2147484301" r:id="rId1"/>
    <p:sldLayoutId id="2147484302" r:id="rId2"/>
    <p:sldLayoutId id="2147484303" r:id="rId3"/>
    <p:sldLayoutId id="2147484304" r:id="rId4"/>
    <p:sldLayoutId id="2147484305" r:id="rId5"/>
    <p:sldLayoutId id="2147484306" r:id="rId6"/>
    <p:sldLayoutId id="2147484307" r:id="rId7"/>
    <p:sldLayoutId id="2147484308" r:id="rId8"/>
    <p:sldLayoutId id="2147484309" r:id="rId9"/>
    <p:sldLayoutId id="2147484310" r:id="rId10"/>
    <p:sldLayoutId id="2147484311" r:id="rId11"/>
    <p:sldLayoutId id="2147484312" r:id="rId12"/>
    <p:sldLayoutId id="2147484313" r:id="rId13"/>
    <p:sldLayoutId id="2147484314" r:id="rId14"/>
    <p:sldLayoutId id="2147484315" r:id="rId15"/>
    <p:sldLayoutId id="2147484316" r:id="rId16"/>
    <p:sldLayoutId id="2147484317" r:id="rId17"/>
    <p:sldLayoutId id="2147484318" r:id="rId18"/>
    <p:sldLayoutId id="2147484319" r:id="rId19"/>
    <p:sldLayoutId id="2147484320" r:id="rId20"/>
    <p:sldLayoutId id="2147484321" r:id="rId21"/>
    <p:sldLayoutId id="2147484322" r:id="rId22"/>
    <p:sldLayoutId id="2147484323" r:id="rId23"/>
    <p:sldLayoutId id="2147484324" r:id="rId24"/>
    <p:sldLayoutId id="2147484325" r:id="rId25"/>
  </p:sldLayoutIdLst>
  <p:txStyles>
    <p:titleStyle>
      <a:lvl1pPr algn="l" defTabSz="457200" rtl="0" eaLnBrk="1" latinLnBrk="0" hangingPunct="1">
        <a:spcBef>
          <a:spcPct val="0"/>
        </a:spcBef>
        <a:buNone/>
        <a:defRPr sz="3600" kern="1200">
          <a:solidFill>
            <a:schemeClr val="accent1">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19.xml"/><Relationship Id="rId6" Type="http://schemas.openxmlformats.org/officeDocument/2006/relationships/image" Target="../media/image5.png"/><Relationship Id="rId5" Type="http://schemas.openxmlformats.org/officeDocument/2006/relationships/image" Target="../media/image4.jpg"/><Relationship Id="rId4" Type="http://schemas.openxmlformats.org/officeDocument/2006/relationships/image" Target="../media/image3.jp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1.xml"/><Relationship Id="rId4" Type="http://schemas.openxmlformats.org/officeDocument/2006/relationships/chart" Target="../charts/chart1.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0.xml"/><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1.xml"/><Relationship Id="rId1" Type="http://schemas.openxmlformats.org/officeDocument/2006/relationships/slideLayout" Target="../slideLayouts/slideLayout24.xml"/><Relationship Id="rId5" Type="http://schemas.openxmlformats.org/officeDocument/2006/relationships/chart" Target="../charts/chart6.xml"/><Relationship Id="rId4" Type="http://schemas.openxmlformats.org/officeDocument/2006/relationships/chart" Target="../charts/chart5.xml"/></Relationships>
</file>

<file path=ppt/slides/_rels/slide1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2.xml"/><Relationship Id="rId1" Type="http://schemas.openxmlformats.org/officeDocument/2006/relationships/slideLayout" Target="../slideLayouts/slideLayout24.xml"/><Relationship Id="rId4" Type="http://schemas.openxmlformats.org/officeDocument/2006/relationships/chart" Target="../charts/chart7.xml"/></Relationships>
</file>

<file path=ppt/slides/_rels/slide1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chart" Target="../charts/chart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
          <p:cNvSpPr txBox="1">
            <a:spLocks noGrp="1"/>
          </p:cNvSpPr>
          <p:nvPr>
            <p:ph type="ctrTitle"/>
          </p:nvPr>
        </p:nvSpPr>
        <p:spPr>
          <a:xfrm>
            <a:off x="3235883" y="3152787"/>
            <a:ext cx="7897876" cy="844748"/>
          </a:xfrm>
          <a:prstGeom prst="rect">
            <a:avLst/>
          </a:prstGeom>
          <a:noFill/>
          <a:ln>
            <a:noFill/>
          </a:ln>
        </p:spPr>
        <p:txBody>
          <a:bodyPr spcFirstLastPara="1" vert="horz" wrap="square" lIns="121900" tIns="121900" rIns="121900" bIns="121900" rtlCol="0" anchor="t" anchorCtr="0">
            <a:noAutofit/>
          </a:bodyPr>
          <a:lstStyle/>
          <a:p>
            <a:pPr algn="l">
              <a:lnSpc>
                <a:spcPct val="90000"/>
              </a:lnSpc>
              <a:spcBef>
                <a:spcPts val="0"/>
              </a:spcBef>
              <a:spcAft>
                <a:spcPts val="1333"/>
              </a:spcAft>
              <a:buClr>
                <a:schemeClr val="dk1"/>
              </a:buClr>
              <a:buSzPts val="3600"/>
            </a:pPr>
            <a:r>
              <a:rPr lang="en-US" sz="4800" b="1" dirty="0">
                <a:solidFill>
                  <a:srgbClr val="FF0000"/>
                </a:solidFill>
                <a:latin typeface="Times New Roman"/>
                <a:ea typeface="Times New Roman"/>
                <a:cs typeface="Times New Roman"/>
                <a:sym typeface="Times New Roman"/>
              </a:rPr>
              <a:t>RESTAURANT  ANALYSIS</a:t>
            </a:r>
            <a:r>
              <a:rPr lang="en-US" sz="4800" dirty="0">
                <a:solidFill>
                  <a:srgbClr val="FF0000"/>
                </a:solidFill>
                <a:latin typeface="Times New Roman"/>
                <a:ea typeface="Times New Roman"/>
                <a:cs typeface="Times New Roman"/>
                <a:sym typeface="Times New Roman"/>
              </a:rPr>
              <a:t>             </a:t>
            </a:r>
            <a:endParaRPr sz="11733" dirty="0">
              <a:solidFill>
                <a:srgbClr val="FF0000"/>
              </a:solidFill>
              <a:latin typeface="Times New Roman"/>
              <a:ea typeface="Times New Roman"/>
              <a:cs typeface="Times New Roman"/>
              <a:sym typeface="Times New Roman"/>
            </a:endParaRPr>
          </a:p>
        </p:txBody>
      </p:sp>
      <p:sp>
        <p:nvSpPr>
          <p:cNvPr id="217" name="Google Shape;217;p1"/>
          <p:cNvSpPr txBox="1">
            <a:spLocks noGrp="1"/>
          </p:cNvSpPr>
          <p:nvPr>
            <p:ph type="subTitle" idx="1"/>
          </p:nvPr>
        </p:nvSpPr>
        <p:spPr>
          <a:xfrm>
            <a:off x="6312945" y="3918809"/>
            <a:ext cx="3945152" cy="1181511"/>
          </a:xfrm>
          <a:prstGeom prst="rect">
            <a:avLst/>
          </a:prstGeom>
          <a:noFill/>
          <a:ln>
            <a:noFill/>
          </a:ln>
        </p:spPr>
        <p:txBody>
          <a:bodyPr spcFirstLastPara="1" vert="horz" wrap="square" lIns="121900" tIns="121900" rIns="121900" bIns="121900" rtlCol="0" anchor="t" anchorCtr="0">
            <a:noAutofit/>
          </a:bodyPr>
          <a:lstStyle/>
          <a:p>
            <a:pPr algn="l">
              <a:lnSpc>
                <a:spcPct val="120000"/>
              </a:lnSpc>
              <a:spcBef>
                <a:spcPts val="0"/>
              </a:spcBef>
              <a:buSzPts val="1600"/>
            </a:pPr>
            <a:r>
              <a:rPr lang="en-US" b="1" dirty="0">
                <a:solidFill>
                  <a:schemeClr val="dk1"/>
                </a:solidFill>
                <a:latin typeface="Times New Roman"/>
                <a:ea typeface="Times New Roman"/>
                <a:cs typeface="Times New Roman"/>
                <a:sym typeface="Times New Roman"/>
              </a:rPr>
              <a:t>PRESENTING BY: SUNNY MEHTA</a:t>
            </a:r>
          </a:p>
          <a:p>
            <a:pPr algn="l">
              <a:lnSpc>
                <a:spcPct val="120000"/>
              </a:lnSpc>
              <a:spcBef>
                <a:spcPts val="0"/>
              </a:spcBef>
              <a:buSzPts val="1600"/>
            </a:pPr>
            <a:r>
              <a:rPr lang="en-US" b="1" dirty="0">
                <a:solidFill>
                  <a:schemeClr val="dk1"/>
                </a:solidFill>
                <a:latin typeface="Times New Roman"/>
                <a:ea typeface="Times New Roman"/>
                <a:cs typeface="Times New Roman"/>
                <a:sym typeface="Times New Roman"/>
              </a:rPr>
              <a:t>DATE-  13/08/2025</a:t>
            </a:r>
            <a:endParaRPr b="1" dirty="0">
              <a:solidFill>
                <a:schemeClr val="dk1"/>
              </a:solidFill>
              <a:latin typeface="Times New Roman"/>
              <a:ea typeface="Times New Roman"/>
              <a:cs typeface="Times New Roman"/>
              <a:sym typeface="Times New Roman"/>
            </a:endParaRPr>
          </a:p>
        </p:txBody>
      </p:sp>
      <p:sp>
        <p:nvSpPr>
          <p:cNvPr id="218" name="Google Shape;218;p1"/>
          <p:cNvSpPr txBox="1"/>
          <p:nvPr/>
        </p:nvSpPr>
        <p:spPr>
          <a:xfrm>
            <a:off x="1751053" y="1100759"/>
            <a:ext cx="6632103" cy="1406701"/>
          </a:xfrm>
          <a:prstGeom prst="rect">
            <a:avLst/>
          </a:prstGeom>
          <a:noFill/>
          <a:ln>
            <a:noFill/>
          </a:ln>
        </p:spPr>
        <p:txBody>
          <a:bodyPr spcFirstLastPara="1" wrap="square" lIns="121900" tIns="121900" rIns="121900" bIns="121900" anchor="t" anchorCtr="0">
            <a:noAutofit/>
          </a:bodyPr>
          <a:lstStyle/>
          <a:p>
            <a:pPr>
              <a:lnSpc>
                <a:spcPct val="90000"/>
              </a:lnSpc>
              <a:spcAft>
                <a:spcPts val="1333"/>
              </a:spcAft>
              <a:buClr>
                <a:srgbClr val="0D323D"/>
              </a:buClr>
              <a:buSzPts val="8800"/>
            </a:pPr>
            <a:r>
              <a:rPr lang="en-US" sz="11733" b="1" dirty="0">
                <a:solidFill>
                  <a:srgbClr val="FF0000"/>
                </a:solidFill>
                <a:latin typeface="Algerian"/>
                <a:ea typeface="Algerian"/>
                <a:cs typeface="Algerian"/>
                <a:sym typeface="Algerian"/>
              </a:rPr>
              <a:t>ZOMATO</a:t>
            </a:r>
            <a:endParaRPr sz="11733" dirty="0">
              <a:solidFill>
                <a:srgbClr val="FF0000"/>
              </a:solidFill>
              <a:latin typeface="Algerian"/>
              <a:ea typeface="Algerian"/>
              <a:cs typeface="Algerian"/>
              <a:sym typeface="Algeri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
          <p:cNvSpPr txBox="1">
            <a:spLocks noGrp="1"/>
          </p:cNvSpPr>
          <p:nvPr>
            <p:ph type="title"/>
          </p:nvPr>
        </p:nvSpPr>
        <p:spPr>
          <a:xfrm>
            <a:off x="960000" y="237961"/>
            <a:ext cx="10272000" cy="580631"/>
          </a:xfrm>
          <a:prstGeom prst="rect">
            <a:avLst/>
          </a:prstGeom>
          <a:noFill/>
          <a:ln>
            <a:noFill/>
          </a:ln>
        </p:spPr>
        <p:txBody>
          <a:bodyPr spcFirstLastPara="1" vert="horz" wrap="square" lIns="121900" tIns="121900" rIns="121900" bIns="121900" rtlCol="0" anchor="t" anchorCtr="0">
            <a:noAutofit/>
          </a:bodyPr>
          <a:lstStyle/>
          <a:p>
            <a:pPr algn="l"/>
            <a:r>
              <a:rPr lang="en-US" sz="2667" b="1" dirty="0">
                <a:latin typeface="Arial"/>
                <a:ea typeface="Arial"/>
                <a:cs typeface="Arial"/>
                <a:sym typeface="Arial"/>
              </a:rPr>
              <a:t>CONTENTS</a:t>
            </a:r>
            <a:endParaRPr sz="2667" b="1" dirty="0">
              <a:latin typeface="Arial"/>
              <a:ea typeface="Arial"/>
              <a:cs typeface="Arial"/>
              <a:sym typeface="Arial"/>
            </a:endParaRPr>
          </a:p>
        </p:txBody>
      </p:sp>
      <p:sp>
        <p:nvSpPr>
          <p:cNvPr id="224" name="Google Shape;224;p2"/>
          <p:cNvSpPr txBox="1"/>
          <p:nvPr/>
        </p:nvSpPr>
        <p:spPr>
          <a:xfrm>
            <a:off x="1088693" y="818592"/>
            <a:ext cx="7136968" cy="5293702"/>
          </a:xfrm>
          <a:prstGeom prst="rect">
            <a:avLst/>
          </a:prstGeom>
          <a:noFill/>
          <a:ln>
            <a:noFill/>
          </a:ln>
        </p:spPr>
        <p:txBody>
          <a:bodyPr spcFirstLastPara="1" wrap="square" lIns="121900" tIns="60933" rIns="121900" bIns="60933" anchor="t" anchorCtr="0">
            <a:spAutoFit/>
          </a:bodyPr>
          <a:lstStyle/>
          <a:p>
            <a:pPr marL="380990" indent="-380990">
              <a:lnSpc>
                <a:spcPct val="150000"/>
              </a:lnSpc>
              <a:buClr>
                <a:schemeClr val="dk1"/>
              </a:buClr>
              <a:buSzPts val="1200"/>
              <a:buFont typeface="Noto Sans Symbols"/>
              <a:buChar char="⮚"/>
            </a:pPr>
            <a:r>
              <a:rPr lang="en-US" sz="1600" dirty="0">
                <a:solidFill>
                  <a:schemeClr val="dk1"/>
                </a:solidFill>
                <a:latin typeface="Arial"/>
                <a:ea typeface="Arial"/>
                <a:cs typeface="Arial"/>
                <a:sym typeface="Arial"/>
              </a:rPr>
              <a:t>Problem Statement</a:t>
            </a:r>
            <a:endParaRPr sz="1867" dirty="0">
              <a:solidFill>
                <a:srgbClr val="000000"/>
              </a:solidFill>
              <a:latin typeface="Arial"/>
              <a:ea typeface="Arial"/>
              <a:cs typeface="Arial"/>
              <a:sym typeface="Arial"/>
            </a:endParaRPr>
          </a:p>
          <a:p>
            <a:pPr marL="380990" indent="-380990">
              <a:lnSpc>
                <a:spcPct val="150000"/>
              </a:lnSpc>
              <a:buClr>
                <a:schemeClr val="dk1"/>
              </a:buClr>
              <a:buSzPts val="1200"/>
              <a:buFont typeface="Noto Sans Symbols"/>
              <a:buChar char="⮚"/>
            </a:pPr>
            <a:r>
              <a:rPr lang="en-US" sz="1600" dirty="0">
                <a:solidFill>
                  <a:schemeClr val="dk1"/>
                </a:solidFill>
                <a:latin typeface="Arial"/>
                <a:ea typeface="Arial"/>
                <a:cs typeface="Arial"/>
                <a:sym typeface="Arial"/>
              </a:rPr>
              <a:t>Data Overview &amp; Data Cleaning</a:t>
            </a:r>
            <a:endParaRPr sz="1867" dirty="0">
              <a:solidFill>
                <a:srgbClr val="000000"/>
              </a:solidFill>
              <a:latin typeface="Arial"/>
              <a:ea typeface="Arial"/>
              <a:cs typeface="Arial"/>
              <a:sym typeface="Arial"/>
            </a:endParaRPr>
          </a:p>
          <a:p>
            <a:pPr marL="380990" indent="-380990">
              <a:lnSpc>
                <a:spcPct val="150000"/>
              </a:lnSpc>
              <a:buClr>
                <a:schemeClr val="dk1"/>
              </a:buClr>
              <a:buSzPts val="1200"/>
              <a:buFont typeface="Noto Sans Symbols"/>
              <a:buChar char="⮚"/>
            </a:pPr>
            <a:r>
              <a:rPr lang="en-US" sz="1600" dirty="0">
                <a:solidFill>
                  <a:schemeClr val="dk1"/>
                </a:solidFill>
                <a:latin typeface="Arial"/>
                <a:ea typeface="Arial"/>
                <a:cs typeface="Arial"/>
                <a:sym typeface="Arial"/>
              </a:rPr>
              <a:t>Suggested Countries</a:t>
            </a:r>
            <a:endParaRPr sz="1867" dirty="0">
              <a:solidFill>
                <a:srgbClr val="000000"/>
              </a:solidFill>
              <a:latin typeface="Arial"/>
              <a:ea typeface="Arial"/>
              <a:cs typeface="Arial"/>
              <a:sym typeface="Arial"/>
            </a:endParaRPr>
          </a:p>
          <a:p>
            <a:pPr marL="380990" indent="-380990">
              <a:lnSpc>
                <a:spcPct val="150000"/>
              </a:lnSpc>
              <a:buClr>
                <a:schemeClr val="dk1"/>
              </a:buClr>
              <a:buSzPts val="1200"/>
              <a:buFont typeface="Noto Sans Symbols"/>
              <a:buChar char="⮚"/>
            </a:pPr>
            <a:r>
              <a:rPr lang="en-US" sz="1600" dirty="0">
                <a:solidFill>
                  <a:schemeClr val="dk1"/>
                </a:solidFill>
                <a:latin typeface="Arial"/>
                <a:ea typeface="Arial"/>
                <a:cs typeface="Arial"/>
                <a:sym typeface="Arial"/>
              </a:rPr>
              <a:t>Cities in Suggested Countries</a:t>
            </a:r>
            <a:endParaRPr sz="1867" dirty="0">
              <a:solidFill>
                <a:srgbClr val="000000"/>
              </a:solidFill>
              <a:latin typeface="Arial"/>
              <a:ea typeface="Arial"/>
              <a:cs typeface="Arial"/>
              <a:sym typeface="Arial"/>
            </a:endParaRPr>
          </a:p>
          <a:p>
            <a:pPr marL="380990" indent="-380990">
              <a:lnSpc>
                <a:spcPct val="150000"/>
              </a:lnSpc>
              <a:buClr>
                <a:schemeClr val="dk1"/>
              </a:buClr>
              <a:buSzPts val="1200"/>
              <a:buFont typeface="Noto Sans Symbols"/>
              <a:buChar char="⮚"/>
            </a:pPr>
            <a:r>
              <a:rPr lang="en-US" sz="1600" dirty="0">
                <a:solidFill>
                  <a:schemeClr val="dk1"/>
                </a:solidFill>
                <a:latin typeface="Arial"/>
                <a:ea typeface="Arial"/>
                <a:cs typeface="Arial"/>
                <a:sym typeface="Arial"/>
              </a:rPr>
              <a:t>Count number of restaurants in each country.</a:t>
            </a:r>
            <a:endParaRPr sz="1867" dirty="0">
              <a:solidFill>
                <a:srgbClr val="000000"/>
              </a:solidFill>
              <a:latin typeface="Arial"/>
              <a:ea typeface="Arial"/>
              <a:cs typeface="Arial"/>
              <a:sym typeface="Arial"/>
            </a:endParaRPr>
          </a:p>
          <a:p>
            <a:pPr marL="380990" indent="-380990">
              <a:lnSpc>
                <a:spcPct val="150000"/>
              </a:lnSpc>
              <a:buClr>
                <a:schemeClr val="dk1"/>
              </a:buClr>
              <a:buSzPts val="1200"/>
              <a:buFont typeface="Noto Sans Symbols"/>
              <a:buChar char="⮚"/>
            </a:pPr>
            <a:r>
              <a:rPr lang="en-US" sz="1600" dirty="0">
                <a:solidFill>
                  <a:schemeClr val="dk1"/>
                </a:solidFill>
                <a:latin typeface="Arial"/>
                <a:ea typeface="Arial"/>
                <a:cs typeface="Arial"/>
                <a:sym typeface="Arial"/>
              </a:rPr>
              <a:t>Annual Restaurants Opening count  Overview</a:t>
            </a:r>
            <a:endParaRPr sz="1867" dirty="0">
              <a:solidFill>
                <a:srgbClr val="000000"/>
              </a:solidFill>
              <a:latin typeface="Arial"/>
              <a:ea typeface="Arial"/>
              <a:cs typeface="Arial"/>
              <a:sym typeface="Arial"/>
            </a:endParaRPr>
          </a:p>
          <a:p>
            <a:pPr marL="380990" indent="-380990">
              <a:lnSpc>
                <a:spcPct val="150000"/>
              </a:lnSpc>
              <a:buClr>
                <a:schemeClr val="dk1"/>
              </a:buClr>
              <a:buSzPts val="1200"/>
              <a:buFont typeface="Noto Sans Symbols"/>
              <a:buChar char="⮚"/>
            </a:pPr>
            <a:r>
              <a:rPr lang="en-US" sz="1600" dirty="0">
                <a:solidFill>
                  <a:schemeClr val="dk1"/>
                </a:solidFill>
                <a:latin typeface="Arial"/>
                <a:ea typeface="Arial"/>
                <a:cs typeface="Arial"/>
                <a:sym typeface="Arial"/>
              </a:rPr>
              <a:t>Average Voting in the suggested Countries</a:t>
            </a:r>
            <a:endParaRPr sz="1867" dirty="0">
              <a:solidFill>
                <a:srgbClr val="000000"/>
              </a:solidFill>
              <a:latin typeface="Arial"/>
              <a:ea typeface="Arial"/>
              <a:cs typeface="Arial"/>
              <a:sym typeface="Arial"/>
            </a:endParaRPr>
          </a:p>
          <a:p>
            <a:pPr marL="380990" indent="-380990">
              <a:lnSpc>
                <a:spcPct val="150000"/>
              </a:lnSpc>
              <a:buClr>
                <a:schemeClr val="dk1"/>
              </a:buClr>
              <a:buSzPts val="1200"/>
              <a:buFont typeface="Noto Sans Symbols"/>
              <a:buChar char="⮚"/>
            </a:pPr>
            <a:r>
              <a:rPr lang="en-US" sz="1600" dirty="0">
                <a:solidFill>
                  <a:schemeClr val="dk1"/>
                </a:solidFill>
                <a:latin typeface="Arial"/>
                <a:ea typeface="Arial"/>
                <a:cs typeface="Arial"/>
                <a:sym typeface="Arial"/>
              </a:rPr>
              <a:t>Total Expenditure on Foods</a:t>
            </a:r>
            <a:endParaRPr sz="1867" dirty="0">
              <a:solidFill>
                <a:srgbClr val="000000"/>
              </a:solidFill>
              <a:latin typeface="Arial"/>
              <a:ea typeface="Arial"/>
              <a:cs typeface="Arial"/>
              <a:sym typeface="Arial"/>
            </a:endParaRPr>
          </a:p>
          <a:p>
            <a:pPr marL="380990" indent="-380990">
              <a:lnSpc>
                <a:spcPct val="150000"/>
              </a:lnSpc>
              <a:buClr>
                <a:schemeClr val="dk1"/>
              </a:buClr>
              <a:buSzPts val="1200"/>
              <a:buFont typeface="Noto Sans Symbols"/>
              <a:buChar char="⮚"/>
            </a:pPr>
            <a:r>
              <a:rPr lang="en-US" sz="1600" dirty="0">
                <a:solidFill>
                  <a:schemeClr val="dk1"/>
                </a:solidFill>
                <a:latin typeface="Arial"/>
                <a:ea typeface="Arial"/>
                <a:cs typeface="Arial"/>
                <a:sym typeface="Arial"/>
              </a:rPr>
              <a:t>Choice of most rated top Cuisines</a:t>
            </a:r>
            <a:endParaRPr sz="1867" dirty="0">
              <a:solidFill>
                <a:srgbClr val="000000"/>
              </a:solidFill>
              <a:latin typeface="Arial"/>
              <a:ea typeface="Arial"/>
              <a:cs typeface="Arial"/>
              <a:sym typeface="Arial"/>
            </a:endParaRPr>
          </a:p>
          <a:p>
            <a:pPr marL="380990" indent="-380990">
              <a:lnSpc>
                <a:spcPct val="150000"/>
              </a:lnSpc>
              <a:buClr>
                <a:schemeClr val="dk1"/>
              </a:buClr>
              <a:buSzPts val="1200"/>
              <a:buFont typeface="Noto Sans Symbols"/>
              <a:buChar char="⮚"/>
            </a:pPr>
            <a:r>
              <a:rPr lang="en-US" sz="1600" dirty="0">
                <a:solidFill>
                  <a:schemeClr val="dk1"/>
                </a:solidFill>
                <a:latin typeface="Arial"/>
                <a:ea typeface="Arial"/>
                <a:cs typeface="Arial"/>
                <a:sym typeface="Arial"/>
              </a:rPr>
              <a:t>Mode of Table Bookings</a:t>
            </a:r>
          </a:p>
          <a:p>
            <a:pPr marL="380990" indent="-380990">
              <a:lnSpc>
                <a:spcPct val="150000"/>
              </a:lnSpc>
              <a:buClr>
                <a:schemeClr val="dk1"/>
              </a:buClr>
              <a:buSzPts val="1200"/>
              <a:buFont typeface="Noto Sans Symbols"/>
              <a:buChar char="⮚"/>
            </a:pPr>
            <a:r>
              <a:rPr lang="en-US" sz="1600" dirty="0">
                <a:solidFill>
                  <a:srgbClr val="000000"/>
                </a:solidFill>
                <a:latin typeface="Arial"/>
                <a:ea typeface="Arial"/>
                <a:cs typeface="Arial"/>
                <a:sym typeface="Arial"/>
              </a:rPr>
              <a:t>Mode Of Delivery Bookings</a:t>
            </a:r>
          </a:p>
          <a:p>
            <a:pPr marL="380990" indent="-380990">
              <a:lnSpc>
                <a:spcPct val="150000"/>
              </a:lnSpc>
              <a:buClr>
                <a:schemeClr val="dk1"/>
              </a:buClr>
              <a:buSzPts val="1200"/>
              <a:buFont typeface="Noto Sans Symbols"/>
              <a:buChar char="⮚"/>
            </a:pPr>
            <a:r>
              <a:rPr lang="en-US" sz="1600" dirty="0">
                <a:solidFill>
                  <a:srgbClr val="000000"/>
                </a:solidFill>
                <a:latin typeface="Arial"/>
                <a:ea typeface="Arial"/>
                <a:cs typeface="Arial"/>
                <a:sym typeface="Arial"/>
              </a:rPr>
              <a:t>Price Range Wise Restaurants</a:t>
            </a:r>
          </a:p>
          <a:p>
            <a:pPr marL="380990" indent="-380990">
              <a:lnSpc>
                <a:spcPct val="150000"/>
              </a:lnSpc>
              <a:buClr>
                <a:schemeClr val="dk1"/>
              </a:buClr>
              <a:buSzPts val="1200"/>
              <a:buFont typeface="Noto Sans Symbols"/>
              <a:buChar char="⮚"/>
            </a:pPr>
            <a:r>
              <a:rPr lang="en-US" sz="1600" dirty="0">
                <a:solidFill>
                  <a:srgbClr val="000000"/>
                </a:solidFill>
                <a:latin typeface="Arial"/>
                <a:ea typeface="Arial"/>
                <a:cs typeface="Arial"/>
                <a:sym typeface="Arial"/>
              </a:rPr>
              <a:t>Average Of The Ratings Per Country</a:t>
            </a:r>
            <a:endParaRPr sz="1600" dirty="0">
              <a:solidFill>
                <a:srgbClr val="000000"/>
              </a:solidFill>
              <a:latin typeface="Arial"/>
              <a:ea typeface="Arial"/>
              <a:cs typeface="Arial"/>
              <a:sym typeface="Arial"/>
            </a:endParaRPr>
          </a:p>
          <a:p>
            <a:pPr marL="380990" indent="-380990">
              <a:lnSpc>
                <a:spcPct val="150000"/>
              </a:lnSpc>
              <a:buClr>
                <a:schemeClr val="dk1"/>
              </a:buClr>
              <a:buSzPts val="1200"/>
              <a:buFont typeface="Noto Sans Symbols"/>
              <a:buChar char="⮚"/>
            </a:pPr>
            <a:r>
              <a:rPr lang="en-US" sz="1600" dirty="0">
                <a:solidFill>
                  <a:schemeClr val="dk1"/>
                </a:solidFill>
                <a:latin typeface="Arial"/>
                <a:ea typeface="Arial"/>
                <a:cs typeface="Arial"/>
                <a:sym typeface="Arial"/>
              </a:rPr>
              <a:t>Dashboard</a:t>
            </a:r>
            <a:endParaRPr sz="1600" dirty="0">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3"/>
          <p:cNvSpPr txBox="1">
            <a:spLocks noGrp="1"/>
          </p:cNvSpPr>
          <p:nvPr>
            <p:ph type="title"/>
          </p:nvPr>
        </p:nvSpPr>
        <p:spPr>
          <a:xfrm>
            <a:off x="496088" y="331330"/>
            <a:ext cx="5997600" cy="568356"/>
          </a:xfrm>
          <a:prstGeom prst="rect">
            <a:avLst/>
          </a:prstGeom>
          <a:noFill/>
          <a:ln>
            <a:noFill/>
          </a:ln>
        </p:spPr>
        <p:txBody>
          <a:bodyPr spcFirstLastPara="1" vert="horz" wrap="square" lIns="121900" tIns="121900" rIns="121900" bIns="121900" rtlCol="0" anchor="b" anchorCtr="0">
            <a:noAutofit/>
          </a:bodyPr>
          <a:lstStyle/>
          <a:p>
            <a:r>
              <a:rPr lang="en-US" sz="2667" b="1">
                <a:latin typeface="Arial"/>
                <a:ea typeface="Arial"/>
                <a:cs typeface="Arial"/>
                <a:sym typeface="Arial"/>
              </a:rPr>
              <a:t>PROBLEM STATEMENT</a:t>
            </a:r>
            <a:endParaRPr sz="2667" b="1">
              <a:latin typeface="Arial"/>
              <a:ea typeface="Arial"/>
              <a:cs typeface="Arial"/>
              <a:sym typeface="Arial"/>
            </a:endParaRPr>
          </a:p>
        </p:txBody>
      </p:sp>
      <p:sp>
        <p:nvSpPr>
          <p:cNvPr id="230" name="Google Shape;230;p3"/>
          <p:cNvSpPr txBox="1">
            <a:spLocks noGrp="1"/>
          </p:cNvSpPr>
          <p:nvPr>
            <p:ph type="body" idx="1"/>
          </p:nvPr>
        </p:nvSpPr>
        <p:spPr>
          <a:xfrm>
            <a:off x="252248" y="1116123"/>
            <a:ext cx="10813043" cy="835180"/>
          </a:xfrm>
          <a:prstGeom prst="rect">
            <a:avLst/>
          </a:prstGeom>
          <a:noFill/>
          <a:ln>
            <a:noFill/>
          </a:ln>
        </p:spPr>
        <p:txBody>
          <a:bodyPr spcFirstLastPara="1" vert="horz" wrap="square" lIns="121900" tIns="121900" rIns="121900" bIns="121900" rtlCol="0" anchor="t" anchorCtr="0">
            <a:noAutofit/>
          </a:bodyPr>
          <a:lstStyle/>
          <a:p>
            <a:pPr marL="186262" indent="0">
              <a:buNone/>
            </a:pPr>
            <a:r>
              <a:rPr lang="en-US" sz="1600">
                <a:solidFill>
                  <a:srgbClr val="000000"/>
                </a:solidFill>
                <a:latin typeface="Arial"/>
                <a:ea typeface="Arial"/>
                <a:cs typeface="Arial"/>
                <a:sym typeface="Arial"/>
              </a:rPr>
              <a:t>You are hired as a consultant data analyst by Zomato where the team is looking for expansion and</a:t>
            </a:r>
            <a:r>
              <a:rPr lang="en-US" sz="1600" b="1">
                <a:solidFill>
                  <a:srgbClr val="000000"/>
                </a:solidFill>
                <a:latin typeface="Arial"/>
                <a:ea typeface="Arial"/>
                <a:cs typeface="Arial"/>
                <a:sym typeface="Arial"/>
              </a:rPr>
              <a:t> </a:t>
            </a:r>
            <a:r>
              <a:rPr lang="en-US" sz="1600">
                <a:solidFill>
                  <a:srgbClr val="000000"/>
                </a:solidFill>
                <a:latin typeface="Arial"/>
                <a:ea typeface="Arial"/>
                <a:cs typeface="Arial"/>
                <a:sym typeface="Arial"/>
              </a:rPr>
              <a:t>opening restaurants. Your task is to come up with strategies/suggestions for opening newer restaurants.</a:t>
            </a:r>
            <a:br>
              <a:rPr lang="en-US" sz="1867">
                <a:latin typeface="Arial"/>
                <a:ea typeface="Arial"/>
                <a:cs typeface="Arial"/>
                <a:sym typeface="Arial"/>
              </a:rPr>
            </a:br>
            <a:endParaRPr sz="1600">
              <a:latin typeface="Arial"/>
              <a:ea typeface="Arial"/>
              <a:cs typeface="Arial"/>
              <a:sym typeface="Arial"/>
            </a:endParaRPr>
          </a:p>
        </p:txBody>
      </p:sp>
      <p:pic>
        <p:nvPicPr>
          <p:cNvPr id="231" name="Google Shape;231;p3"/>
          <p:cNvPicPr preferRelativeResize="0"/>
          <p:nvPr/>
        </p:nvPicPr>
        <p:blipFill rotWithShape="1">
          <a:blip r:embed="rId3">
            <a:alphaModFix/>
          </a:blip>
          <a:srcRect/>
          <a:stretch/>
        </p:blipFill>
        <p:spPr>
          <a:xfrm>
            <a:off x="496088" y="2167740"/>
            <a:ext cx="10813043" cy="42116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4"/>
          <p:cNvSpPr txBox="1">
            <a:spLocks noGrp="1"/>
          </p:cNvSpPr>
          <p:nvPr>
            <p:ph type="title"/>
          </p:nvPr>
        </p:nvSpPr>
        <p:spPr>
          <a:xfrm>
            <a:off x="781969" y="297697"/>
            <a:ext cx="6516415" cy="568356"/>
          </a:xfrm>
          <a:prstGeom prst="rect">
            <a:avLst/>
          </a:prstGeom>
          <a:noFill/>
          <a:ln>
            <a:noFill/>
          </a:ln>
        </p:spPr>
        <p:txBody>
          <a:bodyPr spcFirstLastPara="1" vert="horz" wrap="square" lIns="121900" tIns="121900" rIns="121900" bIns="121900" rtlCol="0" anchor="b" anchorCtr="0">
            <a:noAutofit/>
          </a:bodyPr>
          <a:lstStyle/>
          <a:p>
            <a:r>
              <a:rPr lang="en-US" sz="2667" b="1">
                <a:latin typeface="Arial"/>
                <a:ea typeface="Arial"/>
                <a:cs typeface="Arial"/>
                <a:sym typeface="Arial"/>
              </a:rPr>
              <a:t>DATA OVERVIEW &amp; DATA CLEANING</a:t>
            </a:r>
            <a:endParaRPr sz="2667" b="1">
              <a:latin typeface="Arial"/>
              <a:ea typeface="Arial"/>
              <a:cs typeface="Arial"/>
              <a:sym typeface="Arial"/>
            </a:endParaRPr>
          </a:p>
        </p:txBody>
      </p:sp>
      <p:sp>
        <p:nvSpPr>
          <p:cNvPr id="237" name="Google Shape;237;p4"/>
          <p:cNvSpPr txBox="1"/>
          <p:nvPr/>
        </p:nvSpPr>
        <p:spPr>
          <a:xfrm>
            <a:off x="230238" y="1231124"/>
            <a:ext cx="8868479" cy="1969715"/>
          </a:xfrm>
          <a:prstGeom prst="rect">
            <a:avLst/>
          </a:prstGeom>
          <a:noFill/>
          <a:ln>
            <a:noFill/>
          </a:ln>
        </p:spPr>
        <p:txBody>
          <a:bodyPr spcFirstLastPara="1" wrap="square" lIns="121900" tIns="60933" rIns="121900" bIns="60933" anchor="t" anchorCtr="0">
            <a:spAutoFit/>
          </a:bodyPr>
          <a:lstStyle/>
          <a:p>
            <a:pPr>
              <a:buClr>
                <a:srgbClr val="000000"/>
              </a:buClr>
              <a:buSzPts val="1800"/>
            </a:pPr>
            <a:r>
              <a:rPr lang="en-US" sz="2400" b="1" dirty="0">
                <a:solidFill>
                  <a:schemeClr val="dk1"/>
                </a:solidFill>
                <a:latin typeface="Arial"/>
                <a:ea typeface="Arial"/>
                <a:cs typeface="Arial"/>
                <a:sym typeface="Arial"/>
              </a:rPr>
              <a:t>Data Overview</a:t>
            </a:r>
            <a:endParaRPr sz="1867" dirty="0">
              <a:solidFill>
                <a:srgbClr val="000000"/>
              </a:solidFill>
              <a:latin typeface="Arial"/>
              <a:ea typeface="Arial"/>
              <a:cs typeface="Arial"/>
              <a:sym typeface="Arial"/>
            </a:endParaRPr>
          </a:p>
          <a:p>
            <a:pPr marL="304792" indent="-304792" algn="just">
              <a:buClr>
                <a:schemeClr val="dk1"/>
              </a:buClr>
              <a:buSzPts val="1200"/>
              <a:buFont typeface="Arial"/>
              <a:buAutoNum type="arabicPeriod"/>
            </a:pPr>
            <a:r>
              <a:rPr lang="en-US" sz="1600" dirty="0">
                <a:solidFill>
                  <a:schemeClr val="dk1"/>
                </a:solidFill>
                <a:latin typeface="Arial"/>
                <a:ea typeface="Arial"/>
                <a:cs typeface="Arial"/>
                <a:sym typeface="Arial"/>
              </a:rPr>
              <a:t>There is a total of 9551 restaurants worldwide.</a:t>
            </a:r>
            <a:endParaRPr sz="1867" dirty="0">
              <a:solidFill>
                <a:srgbClr val="000000"/>
              </a:solidFill>
              <a:latin typeface="Arial"/>
              <a:ea typeface="Arial"/>
              <a:cs typeface="Arial"/>
              <a:sym typeface="Arial"/>
            </a:endParaRPr>
          </a:p>
          <a:p>
            <a:pPr marL="304792" indent="-304792" algn="just">
              <a:buClr>
                <a:schemeClr val="dk1"/>
              </a:buClr>
              <a:buSzPts val="1200"/>
              <a:buFont typeface="Arial"/>
              <a:buAutoNum type="arabicPeriod"/>
            </a:pPr>
            <a:r>
              <a:rPr lang="en-US" sz="1600" dirty="0">
                <a:solidFill>
                  <a:schemeClr val="dk1"/>
                </a:solidFill>
                <a:latin typeface="Arial"/>
                <a:ea typeface="Arial"/>
                <a:cs typeface="Arial"/>
                <a:sym typeface="Arial"/>
              </a:rPr>
              <a:t>Most of the restaurants were opened in the year 2018.</a:t>
            </a:r>
            <a:endParaRPr sz="1867" dirty="0">
              <a:solidFill>
                <a:srgbClr val="000000"/>
              </a:solidFill>
              <a:latin typeface="Arial"/>
              <a:ea typeface="Arial"/>
              <a:cs typeface="Arial"/>
              <a:sym typeface="Arial"/>
            </a:endParaRPr>
          </a:p>
          <a:p>
            <a:pPr marL="304792" indent="-304792" algn="just">
              <a:buClr>
                <a:schemeClr val="dk1"/>
              </a:buClr>
              <a:buSzPts val="1200"/>
              <a:buFont typeface="Arial"/>
              <a:buAutoNum type="arabicPeriod"/>
            </a:pPr>
            <a:r>
              <a:rPr lang="en-US" sz="1600" dirty="0">
                <a:solidFill>
                  <a:schemeClr val="dk1"/>
                </a:solidFill>
                <a:latin typeface="Arial"/>
                <a:ea typeface="Arial"/>
                <a:cs typeface="Arial"/>
                <a:sym typeface="Arial"/>
              </a:rPr>
              <a:t>We can see that most restaurants have online deliveries and table bookings.</a:t>
            </a:r>
            <a:endParaRPr sz="1867" dirty="0">
              <a:solidFill>
                <a:srgbClr val="000000"/>
              </a:solidFill>
              <a:latin typeface="Arial"/>
              <a:ea typeface="Arial"/>
              <a:cs typeface="Arial"/>
              <a:sym typeface="Arial"/>
            </a:endParaRPr>
          </a:p>
          <a:p>
            <a:pPr marL="304792" indent="-304792" algn="just">
              <a:buClr>
                <a:schemeClr val="dk1"/>
              </a:buClr>
              <a:buSzPts val="1200"/>
              <a:buFont typeface="Arial"/>
              <a:buAutoNum type="arabicPeriod"/>
            </a:pPr>
            <a:r>
              <a:rPr lang="en-US" sz="1600" dirty="0">
                <a:solidFill>
                  <a:schemeClr val="dk1"/>
                </a:solidFill>
                <a:latin typeface="Arial"/>
                <a:ea typeface="Arial"/>
                <a:cs typeface="Arial"/>
                <a:sym typeface="Arial"/>
              </a:rPr>
              <a:t>Restaurants have a price range between 1- 4.</a:t>
            </a:r>
            <a:endParaRPr sz="1867" dirty="0">
              <a:solidFill>
                <a:srgbClr val="000000"/>
              </a:solidFill>
              <a:latin typeface="Arial"/>
              <a:ea typeface="Arial"/>
              <a:cs typeface="Arial"/>
              <a:sym typeface="Arial"/>
            </a:endParaRPr>
          </a:p>
          <a:p>
            <a:pPr marL="304792" indent="-304792" algn="just">
              <a:buClr>
                <a:schemeClr val="dk1"/>
              </a:buClr>
              <a:buSzPts val="1200"/>
              <a:buFont typeface="Arial"/>
              <a:buAutoNum type="arabicPeriod"/>
            </a:pPr>
            <a:r>
              <a:rPr lang="en-US" sz="1600" dirty="0">
                <a:solidFill>
                  <a:schemeClr val="dk1"/>
                </a:solidFill>
                <a:latin typeface="Arial"/>
                <a:ea typeface="Arial"/>
                <a:cs typeface="Arial"/>
                <a:sym typeface="Arial"/>
              </a:rPr>
              <a:t>Different restaurants have different ratings based on their cities’ cuisines and price range.</a:t>
            </a:r>
            <a:endParaRPr sz="1867" dirty="0">
              <a:solidFill>
                <a:srgbClr val="000000"/>
              </a:solidFill>
              <a:latin typeface="Arial"/>
              <a:ea typeface="Arial"/>
              <a:cs typeface="Arial"/>
              <a:sym typeface="Arial"/>
            </a:endParaRPr>
          </a:p>
          <a:p>
            <a:pPr marL="304792" indent="-203195">
              <a:buClr>
                <a:schemeClr val="dk1"/>
              </a:buClr>
              <a:buSzPts val="1200"/>
            </a:pPr>
            <a:endParaRPr sz="1600" dirty="0">
              <a:solidFill>
                <a:schemeClr val="dk1"/>
              </a:solidFill>
              <a:latin typeface="Times New Roman"/>
              <a:ea typeface="Times New Roman"/>
              <a:cs typeface="Times New Roman"/>
              <a:sym typeface="Times New Roman"/>
            </a:endParaRPr>
          </a:p>
        </p:txBody>
      </p:sp>
      <p:sp>
        <p:nvSpPr>
          <p:cNvPr id="238" name="Google Shape;238;p4"/>
          <p:cNvSpPr txBox="1"/>
          <p:nvPr/>
        </p:nvSpPr>
        <p:spPr>
          <a:xfrm>
            <a:off x="230237" y="2892076"/>
            <a:ext cx="11209224" cy="3385616"/>
          </a:xfrm>
          <a:prstGeom prst="rect">
            <a:avLst/>
          </a:prstGeom>
          <a:noFill/>
          <a:ln>
            <a:noFill/>
          </a:ln>
        </p:spPr>
        <p:txBody>
          <a:bodyPr spcFirstLastPara="1" wrap="square" lIns="121900" tIns="60933" rIns="121900" bIns="60933" anchor="t" anchorCtr="0">
            <a:spAutoFit/>
          </a:bodyPr>
          <a:lstStyle/>
          <a:p>
            <a:pPr algn="just">
              <a:buClr>
                <a:srgbClr val="000000"/>
              </a:buClr>
              <a:buSzPts val="1800"/>
            </a:pPr>
            <a:r>
              <a:rPr lang="en-US" sz="2400" b="1" dirty="0">
                <a:solidFill>
                  <a:schemeClr val="dk1"/>
                </a:solidFill>
                <a:latin typeface="Arial"/>
                <a:ea typeface="Arial"/>
                <a:cs typeface="Arial"/>
                <a:sym typeface="Arial"/>
              </a:rPr>
              <a:t>Data Cleaning</a:t>
            </a:r>
            <a:endParaRPr sz="1867" dirty="0">
              <a:solidFill>
                <a:srgbClr val="000000"/>
              </a:solidFill>
              <a:latin typeface="Arial"/>
              <a:ea typeface="Arial"/>
              <a:cs typeface="Arial"/>
              <a:sym typeface="Arial"/>
            </a:endParaRPr>
          </a:p>
          <a:p>
            <a:pPr marL="457189" indent="-457189" algn="just">
              <a:lnSpc>
                <a:spcPct val="150000"/>
              </a:lnSpc>
              <a:buClr>
                <a:schemeClr val="dk1"/>
              </a:buClr>
              <a:buSzPts val="1200"/>
              <a:buFont typeface="Arial"/>
              <a:buAutoNum type="arabicPeriod"/>
            </a:pPr>
            <a:r>
              <a:rPr lang="en-US" sz="1600" dirty="0">
                <a:solidFill>
                  <a:schemeClr val="dk1"/>
                </a:solidFill>
                <a:latin typeface="Arial"/>
                <a:ea typeface="Arial"/>
                <a:cs typeface="Arial"/>
                <a:sym typeface="Arial"/>
              </a:rPr>
              <a:t>There are 9 blank cells found in the column cuisines are replaced by cuisines based on their country codes.</a:t>
            </a:r>
            <a:endParaRPr sz="1867" dirty="0">
              <a:solidFill>
                <a:srgbClr val="000000"/>
              </a:solidFill>
              <a:latin typeface="Arial"/>
              <a:ea typeface="Arial"/>
              <a:cs typeface="Arial"/>
              <a:sym typeface="Arial"/>
            </a:endParaRPr>
          </a:p>
          <a:p>
            <a:pPr marL="457189" indent="-457189" algn="just">
              <a:lnSpc>
                <a:spcPct val="150000"/>
              </a:lnSpc>
              <a:buClr>
                <a:schemeClr val="dk1"/>
              </a:buClr>
              <a:buSzPts val="1200"/>
              <a:buFont typeface="Arial"/>
              <a:buAutoNum type="arabicPeriod"/>
            </a:pPr>
            <a:r>
              <a:rPr lang="en-US" sz="1600" dirty="0">
                <a:solidFill>
                  <a:schemeClr val="dk1"/>
                </a:solidFill>
                <a:latin typeface="Arial"/>
                <a:ea typeface="Arial"/>
                <a:cs typeface="Arial"/>
                <a:sym typeface="Arial"/>
              </a:rPr>
              <a:t>All currencies are updated in the Indian Rupees in the new column created named currency Updated.</a:t>
            </a:r>
            <a:endParaRPr sz="1867" dirty="0">
              <a:solidFill>
                <a:srgbClr val="000000"/>
              </a:solidFill>
              <a:latin typeface="Arial"/>
              <a:ea typeface="Arial"/>
              <a:cs typeface="Arial"/>
              <a:sym typeface="Arial"/>
            </a:endParaRPr>
          </a:p>
          <a:p>
            <a:pPr marL="457189" indent="-457189" algn="just">
              <a:lnSpc>
                <a:spcPct val="150000"/>
              </a:lnSpc>
              <a:buClr>
                <a:schemeClr val="dk1"/>
              </a:buClr>
              <a:buSzPts val="1200"/>
              <a:buFont typeface="Arial"/>
              <a:buAutoNum type="arabicPeriod"/>
            </a:pPr>
            <a:r>
              <a:rPr lang="en-US" sz="1600" dirty="0">
                <a:solidFill>
                  <a:schemeClr val="dk1"/>
                </a:solidFill>
                <a:latin typeface="Arial"/>
                <a:ea typeface="Arial"/>
                <a:cs typeface="Arial"/>
                <a:sym typeface="Arial"/>
              </a:rPr>
              <a:t>Create a new column date-key to define date </a:t>
            </a:r>
            <a:r>
              <a:rPr lang="en-US" sz="1600" dirty="0" err="1">
                <a:solidFill>
                  <a:schemeClr val="dk1"/>
                </a:solidFill>
                <a:latin typeface="Arial"/>
                <a:ea typeface="Arial"/>
                <a:cs typeface="Arial"/>
                <a:sym typeface="Arial"/>
              </a:rPr>
              <a:t>formate</a:t>
            </a:r>
            <a:r>
              <a:rPr lang="en-US" sz="1600" dirty="0">
                <a:solidFill>
                  <a:schemeClr val="dk1"/>
                </a:solidFill>
                <a:latin typeface="Arial"/>
                <a:ea typeface="Arial"/>
                <a:cs typeface="Arial"/>
                <a:sym typeface="Arial"/>
              </a:rPr>
              <a:t>. </a:t>
            </a:r>
          </a:p>
          <a:p>
            <a:pPr marL="457189" indent="-457189" algn="just">
              <a:lnSpc>
                <a:spcPct val="150000"/>
              </a:lnSpc>
              <a:buClr>
                <a:schemeClr val="dk1"/>
              </a:buClr>
              <a:buSzPts val="1200"/>
              <a:buFont typeface="Arial"/>
              <a:buAutoNum type="arabicPeriod"/>
            </a:pPr>
            <a:r>
              <a:rPr lang="en-US" sz="1600" dirty="0">
                <a:solidFill>
                  <a:schemeClr val="dk1"/>
                </a:solidFill>
                <a:latin typeface="Arial"/>
                <a:ea typeface="Arial"/>
                <a:cs typeface="Arial"/>
                <a:sym typeface="Arial"/>
              </a:rPr>
              <a:t>Extract year from column date-key column </a:t>
            </a:r>
          </a:p>
          <a:p>
            <a:pPr marL="457189" indent="-457189" algn="just">
              <a:lnSpc>
                <a:spcPct val="150000"/>
              </a:lnSpc>
              <a:buClr>
                <a:schemeClr val="dk1"/>
              </a:buClr>
              <a:buSzPts val="1200"/>
              <a:buFont typeface="Arial"/>
              <a:buAutoNum type="arabicPeriod"/>
            </a:pPr>
            <a:r>
              <a:rPr lang="en-US" sz="1600" dirty="0">
                <a:solidFill>
                  <a:schemeClr val="dk1"/>
                </a:solidFill>
                <a:latin typeface="Arial"/>
                <a:ea typeface="Arial"/>
                <a:cs typeface="Arial"/>
                <a:sym typeface="Arial"/>
              </a:rPr>
              <a:t>Extract month name from column date-key</a:t>
            </a:r>
            <a:endParaRPr sz="1867" dirty="0">
              <a:solidFill>
                <a:srgbClr val="000000"/>
              </a:solidFill>
              <a:latin typeface="Arial"/>
              <a:ea typeface="Arial"/>
              <a:cs typeface="Arial"/>
              <a:sym typeface="Arial"/>
            </a:endParaRPr>
          </a:p>
          <a:p>
            <a:pPr marL="457189" indent="-457189" algn="just">
              <a:lnSpc>
                <a:spcPct val="150000"/>
              </a:lnSpc>
              <a:buClr>
                <a:schemeClr val="dk1"/>
              </a:buClr>
              <a:buSzPts val="1200"/>
              <a:buFont typeface="Arial"/>
              <a:buAutoNum type="arabicPeriod"/>
            </a:pPr>
            <a:r>
              <a:rPr lang="en-US" sz="1600" dirty="0">
                <a:solidFill>
                  <a:schemeClr val="dk1"/>
                </a:solidFill>
                <a:latin typeface="Arial"/>
                <a:ea typeface="Arial"/>
                <a:cs typeface="Arial"/>
                <a:sym typeface="Arial"/>
              </a:rPr>
              <a:t>Data is well maintained with the help of wrap text, borders and Bold functions.</a:t>
            </a:r>
          </a:p>
          <a:p>
            <a:pPr marL="457189" indent="-457189" algn="just">
              <a:lnSpc>
                <a:spcPct val="150000"/>
              </a:lnSpc>
              <a:buClr>
                <a:schemeClr val="dk1"/>
              </a:buClr>
              <a:buSzPts val="1200"/>
              <a:buFont typeface="Arial"/>
              <a:buAutoNum type="arabicPeriod"/>
            </a:pPr>
            <a:endParaRPr sz="1867" dirty="0">
              <a:solidFill>
                <a:srgbClr val="000000"/>
              </a:solidFill>
              <a:latin typeface="Arial"/>
              <a:ea typeface="Arial"/>
              <a:cs typeface="Arial"/>
              <a:sym typeface="Arial"/>
            </a:endParaRPr>
          </a:p>
          <a:p>
            <a:pPr algn="just">
              <a:buClr>
                <a:srgbClr val="000000"/>
              </a:buClr>
              <a:buSzPts val="1200"/>
            </a:pPr>
            <a:endParaRPr sz="1600" dirty="0">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6"/>
          <p:cNvSpPr txBox="1">
            <a:spLocks noGrp="1"/>
          </p:cNvSpPr>
          <p:nvPr>
            <p:ph type="title"/>
          </p:nvPr>
        </p:nvSpPr>
        <p:spPr>
          <a:xfrm>
            <a:off x="1613610" y="393121"/>
            <a:ext cx="6802284" cy="539003"/>
          </a:xfrm>
          <a:prstGeom prst="rect">
            <a:avLst/>
          </a:prstGeom>
          <a:noFill/>
          <a:ln>
            <a:noFill/>
          </a:ln>
        </p:spPr>
        <p:txBody>
          <a:bodyPr spcFirstLastPara="1" vert="horz" wrap="square" lIns="121900" tIns="121900" rIns="121900" bIns="121900" rtlCol="0" anchor="t" anchorCtr="0">
            <a:noAutofit/>
          </a:bodyPr>
          <a:lstStyle/>
          <a:p>
            <a:pPr algn="l">
              <a:buClr>
                <a:schemeClr val="dk1"/>
              </a:buClr>
            </a:pPr>
            <a:r>
              <a:rPr lang="en-US" sz="2667" b="1" dirty="0">
                <a:solidFill>
                  <a:schemeClr val="dk1"/>
                </a:solidFill>
                <a:latin typeface="Arial"/>
                <a:ea typeface="Arial"/>
                <a:cs typeface="Arial"/>
                <a:sym typeface="Arial"/>
              </a:rPr>
              <a:t>SUGGESTED COUNTRIES </a:t>
            </a:r>
            <a:endParaRPr sz="2667" b="1" dirty="0">
              <a:solidFill>
                <a:schemeClr val="dk1"/>
              </a:solidFill>
              <a:latin typeface="Arial"/>
              <a:ea typeface="Arial"/>
              <a:cs typeface="Arial"/>
              <a:sym typeface="Arial"/>
            </a:endParaRPr>
          </a:p>
        </p:txBody>
      </p:sp>
      <p:sp>
        <p:nvSpPr>
          <p:cNvPr id="251" name="Google Shape;251;p6"/>
          <p:cNvSpPr txBox="1">
            <a:spLocks noGrp="1"/>
          </p:cNvSpPr>
          <p:nvPr>
            <p:ph type="subTitle" idx="1"/>
          </p:nvPr>
        </p:nvSpPr>
        <p:spPr>
          <a:xfrm>
            <a:off x="4256639" y="2370019"/>
            <a:ext cx="1655853" cy="464676"/>
          </a:xfrm>
          <a:prstGeom prst="rect">
            <a:avLst/>
          </a:prstGeom>
          <a:noFill/>
          <a:ln>
            <a:noFill/>
          </a:ln>
        </p:spPr>
        <p:txBody>
          <a:bodyPr spcFirstLastPara="1" vert="horz" wrap="square" lIns="121900" tIns="121900" rIns="121900" bIns="121900" rtlCol="0" anchor="b" anchorCtr="0">
            <a:noAutofit/>
          </a:bodyPr>
          <a:lstStyle/>
          <a:p>
            <a:pPr marL="0" indent="0"/>
            <a:r>
              <a:rPr lang="en-US" sz="1600" b="1" dirty="0">
                <a:solidFill>
                  <a:schemeClr val="dk1"/>
                </a:solidFill>
                <a:latin typeface="Arial"/>
                <a:ea typeface="Arial"/>
                <a:cs typeface="Arial"/>
                <a:sym typeface="Arial"/>
              </a:rPr>
              <a:t>Canada  </a:t>
            </a:r>
            <a:endParaRPr sz="1600" b="1" dirty="0">
              <a:solidFill>
                <a:schemeClr val="dk1"/>
              </a:solidFill>
              <a:latin typeface="Arial"/>
              <a:ea typeface="Arial"/>
              <a:cs typeface="Arial"/>
              <a:sym typeface="Arial"/>
            </a:endParaRPr>
          </a:p>
        </p:txBody>
      </p:sp>
      <p:sp>
        <p:nvSpPr>
          <p:cNvPr id="252" name="Google Shape;252;p6"/>
          <p:cNvSpPr txBox="1">
            <a:spLocks noGrp="1"/>
          </p:cNvSpPr>
          <p:nvPr>
            <p:ph type="subTitle" idx="6"/>
          </p:nvPr>
        </p:nvSpPr>
        <p:spPr>
          <a:xfrm>
            <a:off x="4256639" y="1283761"/>
            <a:ext cx="2059584" cy="539004"/>
          </a:xfrm>
          <a:prstGeom prst="rect">
            <a:avLst/>
          </a:prstGeom>
          <a:noFill/>
          <a:ln>
            <a:noFill/>
          </a:ln>
        </p:spPr>
        <p:txBody>
          <a:bodyPr spcFirstLastPara="1" vert="horz" wrap="square" lIns="121900" tIns="121900" rIns="121900" bIns="121900" rtlCol="0" anchor="b" anchorCtr="0">
            <a:noAutofit/>
          </a:bodyPr>
          <a:lstStyle/>
          <a:p>
            <a:pPr marL="0" indent="0"/>
            <a:r>
              <a:rPr lang="en-US" sz="1600" b="1" dirty="0">
                <a:solidFill>
                  <a:schemeClr val="dk1"/>
                </a:solidFill>
                <a:latin typeface="Arial"/>
                <a:ea typeface="Arial"/>
                <a:cs typeface="Arial"/>
                <a:sym typeface="Arial"/>
              </a:rPr>
              <a:t>Australia</a:t>
            </a:r>
            <a:endParaRPr sz="1600" b="1" dirty="0">
              <a:solidFill>
                <a:schemeClr val="dk1"/>
              </a:solidFill>
              <a:latin typeface="Arial"/>
              <a:ea typeface="Arial"/>
              <a:cs typeface="Arial"/>
              <a:sym typeface="Arial"/>
            </a:endParaRPr>
          </a:p>
        </p:txBody>
      </p:sp>
      <p:sp>
        <p:nvSpPr>
          <p:cNvPr id="253" name="Google Shape;253;p6"/>
          <p:cNvSpPr txBox="1">
            <a:spLocks noGrp="1"/>
          </p:cNvSpPr>
          <p:nvPr>
            <p:ph type="subTitle" idx="7"/>
          </p:nvPr>
        </p:nvSpPr>
        <p:spPr>
          <a:xfrm>
            <a:off x="4186825" y="3616659"/>
            <a:ext cx="1907727" cy="499471"/>
          </a:xfrm>
          <a:prstGeom prst="rect">
            <a:avLst/>
          </a:prstGeom>
          <a:noFill/>
          <a:ln>
            <a:noFill/>
          </a:ln>
        </p:spPr>
        <p:txBody>
          <a:bodyPr spcFirstLastPara="1" vert="horz" wrap="square" lIns="121900" tIns="121900" rIns="121900" bIns="121900" rtlCol="0" anchor="b" anchorCtr="0">
            <a:noAutofit/>
          </a:bodyPr>
          <a:lstStyle/>
          <a:p>
            <a:pPr marL="0" indent="0"/>
            <a:r>
              <a:rPr lang="en-US" sz="1600" b="1" dirty="0">
                <a:solidFill>
                  <a:schemeClr val="dk1"/>
                </a:solidFill>
                <a:latin typeface="Arial"/>
                <a:ea typeface="Arial"/>
                <a:cs typeface="Arial"/>
                <a:sym typeface="Arial"/>
              </a:rPr>
              <a:t>Sri Lanka</a:t>
            </a:r>
            <a:endParaRPr sz="1600" b="1" dirty="0">
              <a:solidFill>
                <a:schemeClr val="dk1"/>
              </a:solidFill>
              <a:latin typeface="Arial"/>
              <a:ea typeface="Arial"/>
              <a:cs typeface="Arial"/>
              <a:sym typeface="Arial"/>
            </a:endParaRPr>
          </a:p>
        </p:txBody>
      </p:sp>
      <p:pic>
        <p:nvPicPr>
          <p:cNvPr id="254" name="Google Shape;254;p6"/>
          <p:cNvPicPr preferRelativeResize="0"/>
          <p:nvPr/>
        </p:nvPicPr>
        <p:blipFill rotWithShape="1">
          <a:blip r:embed="rId3">
            <a:alphaModFix/>
          </a:blip>
          <a:srcRect/>
          <a:stretch/>
        </p:blipFill>
        <p:spPr>
          <a:xfrm>
            <a:off x="1677314" y="4744343"/>
            <a:ext cx="1782493" cy="940800"/>
          </a:xfrm>
          <a:prstGeom prst="rect">
            <a:avLst/>
          </a:prstGeom>
          <a:noFill/>
          <a:ln>
            <a:noFill/>
          </a:ln>
        </p:spPr>
      </p:pic>
      <p:pic>
        <p:nvPicPr>
          <p:cNvPr id="255" name="Google Shape;255;p6"/>
          <p:cNvPicPr preferRelativeResize="0"/>
          <p:nvPr/>
        </p:nvPicPr>
        <p:blipFill rotWithShape="1">
          <a:blip r:embed="rId4">
            <a:alphaModFix/>
          </a:blip>
          <a:srcRect/>
          <a:stretch/>
        </p:blipFill>
        <p:spPr>
          <a:xfrm>
            <a:off x="1612934" y="2247467"/>
            <a:ext cx="1782493" cy="940800"/>
          </a:xfrm>
          <a:prstGeom prst="rect">
            <a:avLst/>
          </a:prstGeom>
          <a:noFill/>
          <a:ln>
            <a:noFill/>
          </a:ln>
        </p:spPr>
      </p:pic>
      <p:pic>
        <p:nvPicPr>
          <p:cNvPr id="256" name="Google Shape;256;p6"/>
          <p:cNvPicPr preferRelativeResize="0"/>
          <p:nvPr/>
        </p:nvPicPr>
        <p:blipFill rotWithShape="1">
          <a:blip r:embed="rId5">
            <a:alphaModFix/>
          </a:blip>
          <a:srcRect/>
          <a:stretch/>
        </p:blipFill>
        <p:spPr>
          <a:xfrm>
            <a:off x="1612934" y="1130048"/>
            <a:ext cx="1783169" cy="940800"/>
          </a:xfrm>
          <a:prstGeom prst="rect">
            <a:avLst/>
          </a:prstGeom>
          <a:noFill/>
          <a:ln>
            <a:noFill/>
          </a:ln>
        </p:spPr>
      </p:pic>
      <p:sp>
        <p:nvSpPr>
          <p:cNvPr id="257" name="Google Shape;257;p6"/>
          <p:cNvSpPr txBox="1"/>
          <p:nvPr/>
        </p:nvSpPr>
        <p:spPr>
          <a:xfrm>
            <a:off x="4186824" y="4737268"/>
            <a:ext cx="2199213" cy="499472"/>
          </a:xfrm>
          <a:prstGeom prst="rect">
            <a:avLst/>
          </a:prstGeom>
          <a:noFill/>
          <a:ln>
            <a:noFill/>
          </a:ln>
        </p:spPr>
        <p:txBody>
          <a:bodyPr spcFirstLastPara="1" wrap="square" lIns="121900" tIns="121900" rIns="121900" bIns="121900" anchor="b" anchorCtr="0">
            <a:noAutofit/>
          </a:bodyPr>
          <a:lstStyle/>
          <a:p>
            <a:pPr>
              <a:buClr>
                <a:schemeClr val="accent1"/>
              </a:buClr>
              <a:buSzPts val="2400"/>
            </a:pPr>
            <a:r>
              <a:rPr lang="en-US" sz="1600" b="1" dirty="0">
                <a:solidFill>
                  <a:schemeClr val="dk1"/>
                </a:solidFill>
                <a:latin typeface="Arial"/>
                <a:ea typeface="Arial"/>
                <a:cs typeface="Arial"/>
                <a:sym typeface="Arial"/>
              </a:rPr>
              <a:t>Singapore</a:t>
            </a:r>
            <a:endParaRPr sz="1867" dirty="0">
              <a:solidFill>
                <a:srgbClr val="000000"/>
              </a:solidFill>
              <a:latin typeface="Arial"/>
              <a:ea typeface="Arial"/>
              <a:cs typeface="Arial"/>
              <a:sym typeface="Arial"/>
            </a:endParaRPr>
          </a:p>
        </p:txBody>
      </p:sp>
      <p:pic>
        <p:nvPicPr>
          <p:cNvPr id="258" name="Google Shape;258;p6" descr="cdn.britannica.com/13/4413-004-3277D2EF/Flag-Sri-L..."/>
          <p:cNvPicPr preferRelativeResize="0"/>
          <p:nvPr/>
        </p:nvPicPr>
        <p:blipFill rotWithShape="1">
          <a:blip r:embed="rId6">
            <a:alphaModFix/>
          </a:blip>
          <a:srcRect/>
          <a:stretch/>
        </p:blipFill>
        <p:spPr>
          <a:xfrm>
            <a:off x="1677313" y="3429000"/>
            <a:ext cx="1772976" cy="9408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7"/>
          <p:cNvSpPr txBox="1">
            <a:spLocks noGrp="1"/>
          </p:cNvSpPr>
          <p:nvPr>
            <p:ph type="subTitle" idx="1"/>
          </p:nvPr>
        </p:nvSpPr>
        <p:spPr>
          <a:xfrm>
            <a:off x="1716343" y="1517700"/>
            <a:ext cx="2694479" cy="646400"/>
          </a:xfrm>
          <a:prstGeom prst="rect">
            <a:avLst/>
          </a:prstGeom>
          <a:noFill/>
          <a:ln>
            <a:noFill/>
          </a:ln>
        </p:spPr>
        <p:txBody>
          <a:bodyPr spcFirstLastPara="1" vert="horz" wrap="square" lIns="121900" tIns="121900" rIns="121900" bIns="121900" rtlCol="0" anchor="b" anchorCtr="0">
            <a:noAutofit/>
          </a:bodyPr>
          <a:lstStyle/>
          <a:p>
            <a:pPr marL="0" indent="0"/>
            <a:r>
              <a:rPr lang="en-US" sz="2400" b="1">
                <a:solidFill>
                  <a:schemeClr val="dk1"/>
                </a:solidFill>
                <a:latin typeface="Arial"/>
                <a:ea typeface="Arial"/>
                <a:cs typeface="Arial"/>
                <a:sym typeface="Arial"/>
              </a:rPr>
              <a:t>Australia</a:t>
            </a:r>
            <a:endParaRPr/>
          </a:p>
        </p:txBody>
      </p:sp>
      <p:sp>
        <p:nvSpPr>
          <p:cNvPr id="264" name="Google Shape;264;p7"/>
          <p:cNvSpPr txBox="1">
            <a:spLocks noGrp="1"/>
          </p:cNvSpPr>
          <p:nvPr>
            <p:ph type="subTitle" idx="2"/>
          </p:nvPr>
        </p:nvSpPr>
        <p:spPr>
          <a:xfrm>
            <a:off x="1965059" y="1947534"/>
            <a:ext cx="1974560" cy="1423533"/>
          </a:xfrm>
          <a:prstGeom prst="rect">
            <a:avLst/>
          </a:prstGeom>
          <a:noFill/>
          <a:ln>
            <a:noFill/>
          </a:ln>
        </p:spPr>
        <p:txBody>
          <a:bodyPr spcFirstLastPara="1" vert="horz" wrap="square" lIns="121900" tIns="121900" rIns="121900" bIns="121900" rtlCol="0" anchor="t" anchorCtr="0">
            <a:noAutofit/>
          </a:bodyPr>
          <a:lstStyle/>
          <a:p>
            <a:pPr marL="228594" indent="-228594">
              <a:buFont typeface="Arial"/>
              <a:buChar char="•"/>
            </a:pPr>
            <a:r>
              <a:rPr lang="en-US" sz="1600" dirty="0">
                <a:latin typeface="Arial"/>
                <a:ea typeface="Arial"/>
                <a:cs typeface="Arial"/>
                <a:sym typeface="Arial"/>
              </a:rPr>
              <a:t>Armidale</a:t>
            </a:r>
            <a:endParaRPr sz="1600" dirty="0">
              <a:latin typeface="Arial"/>
              <a:ea typeface="Arial"/>
              <a:cs typeface="Arial"/>
              <a:sym typeface="Arial"/>
            </a:endParaRPr>
          </a:p>
          <a:p>
            <a:pPr marL="228594" indent="-228594">
              <a:buFont typeface="Arial"/>
              <a:buChar char="•"/>
            </a:pPr>
            <a:r>
              <a:rPr lang="en-US" sz="1600" dirty="0">
                <a:latin typeface="Arial"/>
                <a:ea typeface="Arial"/>
                <a:cs typeface="Arial"/>
                <a:sym typeface="Arial"/>
              </a:rPr>
              <a:t>Balingup</a:t>
            </a:r>
            <a:endParaRPr dirty="0"/>
          </a:p>
          <a:p>
            <a:pPr marL="228594" indent="-228594">
              <a:buFont typeface="Arial"/>
              <a:buChar char="•"/>
            </a:pPr>
            <a:r>
              <a:rPr lang="en-US" sz="1600" dirty="0">
                <a:latin typeface="Arial"/>
                <a:ea typeface="Arial"/>
                <a:cs typeface="Arial"/>
                <a:sym typeface="Arial"/>
              </a:rPr>
              <a:t>Macedon</a:t>
            </a:r>
            <a:endParaRPr dirty="0"/>
          </a:p>
          <a:p>
            <a:pPr marL="228594" indent="-228594">
              <a:buFont typeface="Arial"/>
              <a:buChar char="•"/>
            </a:pPr>
            <a:r>
              <a:rPr lang="en-US" sz="1600" dirty="0">
                <a:latin typeface="Arial"/>
                <a:ea typeface="Arial"/>
                <a:cs typeface="Arial"/>
                <a:sym typeface="Arial"/>
              </a:rPr>
              <a:t>Penola</a:t>
            </a:r>
            <a:endParaRPr sz="1600" dirty="0">
              <a:latin typeface="Arial"/>
              <a:ea typeface="Arial"/>
              <a:cs typeface="Arial"/>
              <a:sym typeface="Arial"/>
            </a:endParaRPr>
          </a:p>
          <a:p>
            <a:pPr marL="228594" indent="-228594">
              <a:buFont typeface="Arial"/>
              <a:buChar char="•"/>
            </a:pPr>
            <a:r>
              <a:rPr lang="en-US" sz="1600" dirty="0">
                <a:latin typeface="Arial"/>
                <a:ea typeface="Arial"/>
                <a:cs typeface="Arial"/>
                <a:sym typeface="Arial"/>
              </a:rPr>
              <a:t>Flaxton</a:t>
            </a:r>
            <a:endParaRPr sz="1600" dirty="0">
              <a:latin typeface="Arial"/>
              <a:ea typeface="Arial"/>
              <a:cs typeface="Arial"/>
              <a:sym typeface="Arial"/>
            </a:endParaRPr>
          </a:p>
          <a:p>
            <a:pPr marL="0" indent="0"/>
            <a:endParaRPr dirty="0">
              <a:latin typeface="Cabin"/>
              <a:ea typeface="Cabin"/>
              <a:cs typeface="Cabin"/>
              <a:sym typeface="Cabin"/>
            </a:endParaRPr>
          </a:p>
          <a:p>
            <a:pPr marL="228594" indent="-110064"/>
            <a:endParaRPr dirty="0">
              <a:latin typeface="Cabin"/>
              <a:ea typeface="Cabin"/>
              <a:cs typeface="Cabin"/>
              <a:sym typeface="Cabin"/>
            </a:endParaRPr>
          </a:p>
        </p:txBody>
      </p:sp>
      <p:sp>
        <p:nvSpPr>
          <p:cNvPr id="265" name="Google Shape;265;p7"/>
          <p:cNvSpPr txBox="1">
            <a:spLocks noGrp="1"/>
          </p:cNvSpPr>
          <p:nvPr>
            <p:ph type="subTitle" idx="3"/>
          </p:nvPr>
        </p:nvSpPr>
        <p:spPr>
          <a:xfrm>
            <a:off x="2015755" y="3983833"/>
            <a:ext cx="1630471" cy="676400"/>
          </a:xfrm>
          <a:prstGeom prst="rect">
            <a:avLst/>
          </a:prstGeom>
          <a:noFill/>
          <a:ln>
            <a:noFill/>
          </a:ln>
        </p:spPr>
        <p:txBody>
          <a:bodyPr spcFirstLastPara="1" vert="horz" wrap="square" lIns="121900" tIns="121900" rIns="121900" bIns="121900" rtlCol="0" anchor="t" anchorCtr="0">
            <a:noAutofit/>
          </a:bodyPr>
          <a:lstStyle/>
          <a:p>
            <a:pPr marL="228594" indent="-228594" algn="l">
              <a:buFont typeface="Arial"/>
              <a:buChar char="•"/>
            </a:pPr>
            <a:r>
              <a:rPr lang="en-US" sz="1600" dirty="0">
                <a:latin typeface="Arial"/>
                <a:ea typeface="Arial"/>
                <a:cs typeface="Arial"/>
                <a:sym typeface="Arial"/>
              </a:rPr>
              <a:t>Consort</a:t>
            </a:r>
            <a:endParaRPr dirty="0"/>
          </a:p>
          <a:p>
            <a:pPr marL="228594" indent="-228594" algn="l">
              <a:buFont typeface="Arial"/>
              <a:buChar char="•"/>
            </a:pPr>
            <a:r>
              <a:rPr lang="en-US" sz="1600" dirty="0">
                <a:latin typeface="Arial"/>
                <a:ea typeface="Arial"/>
                <a:cs typeface="Arial"/>
                <a:sym typeface="Arial"/>
              </a:rPr>
              <a:t>Yorkton</a:t>
            </a:r>
            <a:endParaRPr dirty="0"/>
          </a:p>
        </p:txBody>
      </p:sp>
      <p:sp>
        <p:nvSpPr>
          <p:cNvPr id="266" name="Google Shape;266;p7"/>
          <p:cNvSpPr txBox="1">
            <a:spLocks noGrp="1"/>
          </p:cNvSpPr>
          <p:nvPr>
            <p:ph type="subTitle" idx="4"/>
          </p:nvPr>
        </p:nvSpPr>
        <p:spPr>
          <a:xfrm>
            <a:off x="5108719" y="2086706"/>
            <a:ext cx="1636828" cy="431335"/>
          </a:xfrm>
          <a:prstGeom prst="rect">
            <a:avLst/>
          </a:prstGeom>
          <a:noFill/>
          <a:ln>
            <a:noFill/>
          </a:ln>
        </p:spPr>
        <p:txBody>
          <a:bodyPr spcFirstLastPara="1" vert="horz" wrap="square" lIns="121900" tIns="121900" rIns="121900" bIns="121900" rtlCol="0" anchor="t" anchorCtr="0">
            <a:noAutofit/>
          </a:bodyPr>
          <a:lstStyle/>
          <a:p>
            <a:pPr marL="431789" indent="-228594">
              <a:buFont typeface="Arial"/>
              <a:buChar char="•"/>
            </a:pPr>
            <a:r>
              <a:rPr lang="en-US" sz="1600">
                <a:latin typeface="Arial"/>
                <a:ea typeface="Arial"/>
                <a:cs typeface="Arial"/>
                <a:sym typeface="Arial"/>
              </a:rPr>
              <a:t>Singapore</a:t>
            </a:r>
            <a:endParaRPr/>
          </a:p>
        </p:txBody>
      </p:sp>
      <p:sp>
        <p:nvSpPr>
          <p:cNvPr id="267" name="Google Shape;267;p7"/>
          <p:cNvSpPr txBox="1">
            <a:spLocks noGrp="1"/>
          </p:cNvSpPr>
          <p:nvPr>
            <p:ph type="title"/>
          </p:nvPr>
        </p:nvSpPr>
        <p:spPr>
          <a:xfrm>
            <a:off x="960000" y="593368"/>
            <a:ext cx="10272000" cy="588313"/>
          </a:xfrm>
          <a:prstGeom prst="rect">
            <a:avLst/>
          </a:prstGeom>
          <a:noFill/>
          <a:ln>
            <a:noFill/>
          </a:ln>
        </p:spPr>
        <p:txBody>
          <a:bodyPr spcFirstLastPara="1" vert="horz" wrap="square" lIns="121900" tIns="121900" rIns="121900" bIns="121900" rtlCol="0" anchor="t" anchorCtr="0">
            <a:noAutofit/>
          </a:bodyPr>
          <a:lstStyle/>
          <a:p>
            <a:pPr algn="l"/>
            <a:r>
              <a:rPr lang="en-US" sz="2667" b="1">
                <a:latin typeface="Arial"/>
                <a:ea typeface="Arial"/>
                <a:cs typeface="Arial"/>
                <a:sym typeface="Arial"/>
              </a:rPr>
              <a:t>CITIES IN SUGGESTED COUNTRIES</a:t>
            </a:r>
            <a:endParaRPr sz="2667" b="1">
              <a:latin typeface="Arial"/>
              <a:ea typeface="Arial"/>
              <a:cs typeface="Arial"/>
              <a:sym typeface="Arial"/>
            </a:endParaRPr>
          </a:p>
        </p:txBody>
      </p:sp>
      <p:sp>
        <p:nvSpPr>
          <p:cNvPr id="268" name="Google Shape;268;p7"/>
          <p:cNvSpPr txBox="1">
            <a:spLocks noGrp="1"/>
          </p:cNvSpPr>
          <p:nvPr>
            <p:ph type="subTitle" idx="5"/>
          </p:nvPr>
        </p:nvSpPr>
        <p:spPr>
          <a:xfrm>
            <a:off x="1716343" y="3453267"/>
            <a:ext cx="2097860" cy="646400"/>
          </a:xfrm>
          <a:prstGeom prst="rect">
            <a:avLst/>
          </a:prstGeom>
          <a:noFill/>
          <a:ln>
            <a:noFill/>
          </a:ln>
        </p:spPr>
        <p:txBody>
          <a:bodyPr spcFirstLastPara="1" vert="horz" wrap="square" lIns="121900" tIns="121900" rIns="121900" bIns="121900" rtlCol="0" anchor="b" anchorCtr="0">
            <a:noAutofit/>
          </a:bodyPr>
          <a:lstStyle/>
          <a:p>
            <a:pPr marL="228594" indent="-228594" algn="l"/>
            <a:r>
              <a:rPr lang="en-US" sz="2400" b="1" dirty="0">
                <a:solidFill>
                  <a:schemeClr val="dk1"/>
                </a:solidFill>
                <a:latin typeface="Arial"/>
                <a:ea typeface="Arial"/>
                <a:cs typeface="Arial"/>
                <a:sym typeface="Arial"/>
              </a:rPr>
              <a:t>Canada</a:t>
            </a:r>
            <a:endParaRPr dirty="0"/>
          </a:p>
        </p:txBody>
      </p:sp>
      <p:sp>
        <p:nvSpPr>
          <p:cNvPr id="269" name="Google Shape;269;p7"/>
          <p:cNvSpPr txBox="1">
            <a:spLocks noGrp="1"/>
          </p:cNvSpPr>
          <p:nvPr>
            <p:ph type="subTitle" idx="6"/>
          </p:nvPr>
        </p:nvSpPr>
        <p:spPr>
          <a:xfrm>
            <a:off x="4995899" y="1517700"/>
            <a:ext cx="2399047" cy="646400"/>
          </a:xfrm>
          <a:prstGeom prst="rect">
            <a:avLst/>
          </a:prstGeom>
          <a:noFill/>
          <a:ln>
            <a:noFill/>
          </a:ln>
        </p:spPr>
        <p:txBody>
          <a:bodyPr spcFirstLastPara="1" vert="horz" wrap="square" lIns="121900" tIns="121900" rIns="121900" bIns="121900" rtlCol="0" anchor="b" anchorCtr="0">
            <a:noAutofit/>
          </a:bodyPr>
          <a:lstStyle/>
          <a:p>
            <a:pPr marL="228594" indent="-228594"/>
            <a:r>
              <a:rPr lang="en-US" sz="2400" b="1" dirty="0">
                <a:solidFill>
                  <a:schemeClr val="dk1"/>
                </a:solidFill>
                <a:latin typeface="Arial"/>
                <a:ea typeface="Arial"/>
                <a:cs typeface="Arial"/>
                <a:sym typeface="Arial"/>
              </a:rPr>
              <a:t>Singapore</a:t>
            </a:r>
            <a:endParaRPr dirty="0"/>
          </a:p>
        </p:txBody>
      </p:sp>
      <p:sp>
        <p:nvSpPr>
          <p:cNvPr id="270" name="Google Shape;270;p7"/>
          <p:cNvSpPr txBox="1"/>
          <p:nvPr/>
        </p:nvSpPr>
        <p:spPr>
          <a:xfrm>
            <a:off x="4839559" y="3453267"/>
            <a:ext cx="2281480" cy="646400"/>
          </a:xfrm>
          <a:prstGeom prst="rect">
            <a:avLst/>
          </a:prstGeom>
          <a:noFill/>
          <a:ln>
            <a:noFill/>
          </a:ln>
        </p:spPr>
        <p:txBody>
          <a:bodyPr spcFirstLastPara="1" wrap="square" lIns="121900" tIns="121900" rIns="121900" bIns="121900" anchor="b" anchorCtr="0">
            <a:noAutofit/>
          </a:bodyPr>
          <a:lstStyle/>
          <a:p>
            <a:pPr marL="609585" indent="-406390">
              <a:buClr>
                <a:schemeClr val="accent1"/>
              </a:buClr>
              <a:buSzPts val="2400"/>
            </a:pPr>
            <a:r>
              <a:rPr lang="en-US" sz="2400" b="1">
                <a:solidFill>
                  <a:schemeClr val="dk1"/>
                </a:solidFill>
                <a:latin typeface="Arial"/>
                <a:ea typeface="Arial"/>
                <a:cs typeface="Arial"/>
                <a:sym typeface="Arial"/>
              </a:rPr>
              <a:t>Sri</a:t>
            </a:r>
            <a:r>
              <a:rPr lang="en-US" sz="3200">
                <a:solidFill>
                  <a:schemeClr val="accent1"/>
                </a:solidFill>
                <a:latin typeface="Bakbak One"/>
                <a:ea typeface="Bakbak One"/>
                <a:cs typeface="Bakbak One"/>
                <a:sym typeface="Bakbak One"/>
              </a:rPr>
              <a:t> </a:t>
            </a:r>
            <a:r>
              <a:rPr lang="en-US" sz="2400" b="1">
                <a:solidFill>
                  <a:schemeClr val="dk1"/>
                </a:solidFill>
                <a:latin typeface="Arial"/>
                <a:ea typeface="Arial"/>
                <a:cs typeface="Arial"/>
                <a:sym typeface="Arial"/>
              </a:rPr>
              <a:t>Lanka</a:t>
            </a:r>
            <a:endParaRPr sz="1867">
              <a:solidFill>
                <a:srgbClr val="000000"/>
              </a:solidFill>
              <a:latin typeface="Arial"/>
              <a:ea typeface="Arial"/>
              <a:cs typeface="Arial"/>
              <a:sym typeface="Arial"/>
            </a:endParaRPr>
          </a:p>
        </p:txBody>
      </p:sp>
      <p:sp>
        <p:nvSpPr>
          <p:cNvPr id="271" name="Google Shape;271;p7"/>
          <p:cNvSpPr txBox="1"/>
          <p:nvPr/>
        </p:nvSpPr>
        <p:spPr>
          <a:xfrm>
            <a:off x="5146478" y="3983834"/>
            <a:ext cx="1974561" cy="431335"/>
          </a:xfrm>
          <a:prstGeom prst="rect">
            <a:avLst/>
          </a:prstGeom>
          <a:noFill/>
          <a:ln>
            <a:noFill/>
          </a:ln>
        </p:spPr>
        <p:txBody>
          <a:bodyPr spcFirstLastPara="1" wrap="square" lIns="121900" tIns="121900" rIns="121900" bIns="121900" anchor="t" anchorCtr="0">
            <a:noAutofit/>
          </a:bodyPr>
          <a:lstStyle/>
          <a:p>
            <a:pPr marL="431789" indent="-228594">
              <a:buClr>
                <a:schemeClr val="dk1"/>
              </a:buClr>
              <a:buSzPts val="1400"/>
              <a:buFont typeface="Arial"/>
              <a:buChar char="•"/>
            </a:pPr>
            <a:r>
              <a:rPr lang="en-US" sz="1600" dirty="0">
                <a:solidFill>
                  <a:schemeClr val="dk1"/>
                </a:solidFill>
                <a:latin typeface="Arial"/>
                <a:ea typeface="Arial"/>
                <a:cs typeface="Arial"/>
                <a:sym typeface="Arial"/>
              </a:rPr>
              <a:t>Colombo</a:t>
            </a:r>
            <a:endParaRPr sz="1600" dirty="0">
              <a:solidFill>
                <a:schemeClr val="dk1"/>
              </a:solidFill>
              <a:latin typeface="Arial"/>
              <a:ea typeface="Arial"/>
              <a:cs typeface="Arial"/>
              <a:sym typeface="Arial"/>
            </a:endParaRPr>
          </a:p>
        </p:txBody>
      </p:sp>
      <p:cxnSp>
        <p:nvCxnSpPr>
          <p:cNvPr id="272" name="Google Shape;272;p7"/>
          <p:cNvCxnSpPr/>
          <p:nvPr/>
        </p:nvCxnSpPr>
        <p:spPr>
          <a:xfrm>
            <a:off x="7680960" y="1706880"/>
            <a:ext cx="0" cy="3584448"/>
          </a:xfrm>
          <a:prstGeom prst="straightConnector1">
            <a:avLst/>
          </a:prstGeom>
          <a:noFill/>
          <a:ln w="9525" cap="flat" cmpd="sng">
            <a:solidFill>
              <a:schemeClr val="dk1"/>
            </a:solidFill>
            <a:prstDash val="solid"/>
            <a:round/>
            <a:headEnd type="none" w="sm" len="sm"/>
            <a:tailEnd type="none" w="sm" len="sm"/>
          </a:ln>
        </p:spPr>
      </p:cxnSp>
      <p:sp>
        <p:nvSpPr>
          <p:cNvPr id="273" name="Google Shape;273;p7"/>
          <p:cNvSpPr txBox="1"/>
          <p:nvPr/>
        </p:nvSpPr>
        <p:spPr>
          <a:xfrm>
            <a:off x="7680961" y="1928499"/>
            <a:ext cx="3047996" cy="1157339"/>
          </a:xfrm>
          <a:prstGeom prst="rect">
            <a:avLst/>
          </a:prstGeom>
          <a:noFill/>
          <a:ln>
            <a:noFill/>
          </a:ln>
        </p:spPr>
        <p:txBody>
          <a:bodyPr spcFirstLastPara="1" wrap="square" lIns="121900" tIns="121900" rIns="121900" bIns="121900" anchor="t" anchorCtr="0">
            <a:noAutofit/>
          </a:bodyPr>
          <a:lstStyle/>
          <a:p>
            <a:pPr marL="203195">
              <a:buClr>
                <a:schemeClr val="dk1"/>
              </a:buClr>
              <a:buSzPts val="1400"/>
            </a:pPr>
            <a:r>
              <a:rPr lang="en-US" sz="1600">
                <a:solidFill>
                  <a:schemeClr val="dk1"/>
                </a:solidFill>
                <a:latin typeface="Arial"/>
                <a:ea typeface="Arial"/>
                <a:cs typeface="Arial"/>
                <a:sym typeface="Arial"/>
              </a:rPr>
              <a:t>The cities with the lowest ratings are the most suitable for the opening of new restaurants.</a:t>
            </a:r>
            <a:endParaRPr sz="1600">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8"/>
          <p:cNvSpPr txBox="1">
            <a:spLocks noGrp="1"/>
          </p:cNvSpPr>
          <p:nvPr>
            <p:ph type="title"/>
          </p:nvPr>
        </p:nvSpPr>
        <p:spPr>
          <a:xfrm>
            <a:off x="684313" y="69480"/>
            <a:ext cx="9598171" cy="908680"/>
          </a:xfrm>
          <a:prstGeom prst="rect">
            <a:avLst/>
          </a:prstGeom>
          <a:noFill/>
          <a:ln>
            <a:noFill/>
          </a:ln>
        </p:spPr>
        <p:txBody>
          <a:bodyPr spcFirstLastPara="1" vert="horz" wrap="square" lIns="121900" tIns="121900" rIns="121900" bIns="121900" rtlCol="0" anchor="t" anchorCtr="0">
            <a:noAutofit/>
          </a:bodyPr>
          <a:lstStyle/>
          <a:p>
            <a:pPr lvl="0" algn="l">
              <a:lnSpc>
                <a:spcPct val="150000"/>
              </a:lnSpc>
              <a:buSzPts val="1200"/>
            </a:pPr>
            <a:r>
              <a:rPr lang="en-US" sz="3200" b="1" dirty="0">
                <a:solidFill>
                  <a:schemeClr val="accent1"/>
                </a:solidFill>
                <a:latin typeface="Arial"/>
                <a:ea typeface="Arial"/>
                <a:cs typeface="Arial"/>
                <a:sym typeface="Arial"/>
              </a:rPr>
              <a:t>Count number of restaurants in each country</a:t>
            </a:r>
            <a:r>
              <a:rPr lang="en-US" sz="2667" dirty="0">
                <a:solidFill>
                  <a:schemeClr val="dk1"/>
                </a:solidFill>
                <a:latin typeface="Arial"/>
                <a:ea typeface="Arial"/>
                <a:cs typeface="Arial"/>
                <a:sym typeface="Arial"/>
              </a:rPr>
              <a:t>.</a:t>
            </a:r>
            <a:endParaRPr lang="en-US" sz="3200" dirty="0">
              <a:solidFill>
                <a:srgbClr val="000000"/>
              </a:solidFill>
              <a:latin typeface="Arial"/>
              <a:ea typeface="Arial"/>
              <a:cs typeface="Arial"/>
              <a:sym typeface="Arial"/>
            </a:endParaRPr>
          </a:p>
        </p:txBody>
      </p:sp>
      <p:pic>
        <p:nvPicPr>
          <p:cNvPr id="279" name="Google Shape;279;p8"/>
          <p:cNvPicPr preferRelativeResize="0"/>
          <p:nvPr/>
        </p:nvPicPr>
        <p:blipFill rotWithShape="1">
          <a:blip r:embed="rId3">
            <a:alphaModFix/>
          </a:blip>
          <a:srcRect/>
          <a:stretch/>
        </p:blipFill>
        <p:spPr>
          <a:xfrm>
            <a:off x="7794473" y="3834173"/>
            <a:ext cx="4976025" cy="3900635"/>
          </a:xfrm>
          <a:prstGeom prst="rect">
            <a:avLst/>
          </a:prstGeom>
          <a:noFill/>
          <a:ln>
            <a:noFill/>
          </a:ln>
        </p:spPr>
      </p:pic>
      <p:sp>
        <p:nvSpPr>
          <p:cNvPr id="280" name="Google Shape;280;p8"/>
          <p:cNvSpPr txBox="1"/>
          <p:nvPr/>
        </p:nvSpPr>
        <p:spPr>
          <a:xfrm>
            <a:off x="324997" y="978160"/>
            <a:ext cx="7118897" cy="2045667"/>
          </a:xfrm>
          <a:prstGeom prst="rect">
            <a:avLst/>
          </a:prstGeom>
          <a:noFill/>
          <a:ln>
            <a:noFill/>
          </a:ln>
        </p:spPr>
        <p:txBody>
          <a:bodyPr spcFirstLastPara="1" wrap="square" lIns="121900" tIns="121900" rIns="121900" bIns="121900" anchor="t" anchorCtr="0">
            <a:noAutofit/>
          </a:bodyPr>
          <a:lstStyle/>
          <a:p>
            <a:pPr algn="just">
              <a:lnSpc>
                <a:spcPct val="150000"/>
              </a:lnSpc>
              <a:spcBef>
                <a:spcPts val="133"/>
              </a:spcBef>
              <a:buClr>
                <a:schemeClr val="dk1"/>
              </a:buClr>
              <a:buSzPts val="1200"/>
            </a:pPr>
            <a:endParaRPr sz="1600" dirty="0">
              <a:solidFill>
                <a:schemeClr val="dk1"/>
              </a:solidFill>
              <a:latin typeface="Arial"/>
              <a:ea typeface="Arial"/>
              <a:cs typeface="Arial"/>
              <a:sym typeface="Arial"/>
            </a:endParaRPr>
          </a:p>
        </p:txBody>
      </p:sp>
      <p:sp>
        <p:nvSpPr>
          <p:cNvPr id="2" name="Google Shape;271;p7">
            <a:extLst>
              <a:ext uri="{FF2B5EF4-FFF2-40B4-BE49-F238E27FC236}">
                <a16:creationId xmlns:a16="http://schemas.microsoft.com/office/drawing/2014/main" id="{7E51D32D-D449-5B3A-6D11-47EAA3749419}"/>
              </a:ext>
            </a:extLst>
          </p:cNvPr>
          <p:cNvSpPr txBox="1"/>
          <p:nvPr/>
        </p:nvSpPr>
        <p:spPr>
          <a:xfrm>
            <a:off x="466104" y="978309"/>
            <a:ext cx="7675443" cy="1880039"/>
          </a:xfrm>
          <a:prstGeom prst="rect">
            <a:avLst/>
          </a:prstGeom>
          <a:noFill/>
          <a:ln>
            <a:noFill/>
          </a:ln>
        </p:spPr>
        <p:txBody>
          <a:bodyPr spcFirstLastPara="1" wrap="square" lIns="121900" tIns="121900" rIns="121900" bIns="121900" anchor="t" anchorCtr="0">
            <a:noAutofit/>
          </a:bodyPr>
          <a:lstStyle/>
          <a:p>
            <a:pPr marL="431789" indent="-228594">
              <a:buClr>
                <a:schemeClr val="dk1"/>
              </a:buClr>
              <a:buSzPts val="1400"/>
              <a:buFont typeface="Arial"/>
              <a:buChar char="•"/>
            </a:pPr>
            <a:r>
              <a:rPr lang="en-US" sz="1600" dirty="0">
                <a:solidFill>
                  <a:schemeClr val="dk1"/>
                </a:solidFill>
                <a:latin typeface="Arial"/>
                <a:ea typeface="Arial"/>
                <a:cs typeface="Arial"/>
                <a:sym typeface="Arial"/>
              </a:rPr>
              <a:t>Generally I have count the number of restaurants open in each country</a:t>
            </a:r>
          </a:p>
          <a:p>
            <a:pPr marL="431789" indent="-228594">
              <a:buClr>
                <a:schemeClr val="dk1"/>
              </a:buClr>
              <a:buSzPts val="1400"/>
              <a:buFont typeface="Arial"/>
              <a:buChar char="•"/>
            </a:pPr>
            <a:r>
              <a:rPr lang="en-US" sz="1600" dirty="0">
                <a:solidFill>
                  <a:schemeClr val="dk1"/>
                </a:solidFill>
                <a:latin typeface="Arial"/>
                <a:ea typeface="Arial"/>
                <a:cs typeface="Arial"/>
                <a:sym typeface="Arial"/>
              </a:rPr>
              <a:t>This process is  use to identify how many restaurants in par country</a:t>
            </a:r>
          </a:p>
          <a:p>
            <a:pPr marL="431789" indent="-228594">
              <a:buClr>
                <a:schemeClr val="dk1"/>
              </a:buClr>
              <a:buSzPts val="1400"/>
              <a:buFont typeface="Arial"/>
              <a:buChar char="•"/>
            </a:pPr>
            <a:r>
              <a:rPr lang="en-US" sz="1600" dirty="0">
                <a:solidFill>
                  <a:schemeClr val="dk1"/>
                </a:solidFill>
                <a:latin typeface="Arial"/>
                <a:ea typeface="Arial"/>
                <a:cs typeface="Arial"/>
                <a:sym typeface="Arial"/>
              </a:rPr>
              <a:t> I have created a pivot table for identify the restaurants </a:t>
            </a:r>
          </a:p>
          <a:p>
            <a:pPr marL="431789" indent="-228594">
              <a:buClr>
                <a:schemeClr val="dk1"/>
              </a:buClr>
              <a:buSzPts val="1400"/>
              <a:buFont typeface="Arial"/>
              <a:buChar char="•"/>
            </a:pPr>
            <a:r>
              <a:rPr lang="en-US" sz="1600" dirty="0">
                <a:solidFill>
                  <a:schemeClr val="dk1"/>
                </a:solidFill>
                <a:latin typeface="Arial"/>
                <a:ea typeface="Arial"/>
                <a:cs typeface="Arial"/>
                <a:sym typeface="Arial"/>
              </a:rPr>
              <a:t>Then for visualization I insert a 3D column chart </a:t>
            </a:r>
          </a:p>
          <a:p>
            <a:pPr marL="431789" indent="-228594">
              <a:buClr>
                <a:schemeClr val="dk1"/>
              </a:buClr>
              <a:buSzPts val="1400"/>
              <a:buFont typeface="Arial"/>
              <a:buChar char="•"/>
            </a:pPr>
            <a:endParaRPr lang="en-US" sz="1600" dirty="0">
              <a:solidFill>
                <a:schemeClr val="dk1"/>
              </a:solidFill>
              <a:latin typeface="Arial"/>
              <a:ea typeface="Arial"/>
              <a:cs typeface="Arial"/>
              <a:sym typeface="Arial"/>
            </a:endParaRPr>
          </a:p>
          <a:p>
            <a:pPr marL="203195">
              <a:buClr>
                <a:schemeClr val="dk1"/>
              </a:buClr>
              <a:buSzPts val="1400"/>
            </a:pPr>
            <a:endParaRPr lang="en-US" sz="1600" dirty="0">
              <a:solidFill>
                <a:schemeClr val="dk1"/>
              </a:solidFill>
              <a:latin typeface="Arial"/>
              <a:ea typeface="Arial"/>
              <a:cs typeface="Arial"/>
              <a:sym typeface="Arial"/>
            </a:endParaRPr>
          </a:p>
          <a:p>
            <a:pPr marL="203195">
              <a:buClr>
                <a:schemeClr val="dk1"/>
              </a:buClr>
              <a:buSzPts val="1400"/>
            </a:pPr>
            <a:endParaRPr lang="en-US" sz="1600" dirty="0">
              <a:solidFill>
                <a:schemeClr val="dk1"/>
              </a:solidFill>
              <a:latin typeface="Arial"/>
              <a:ea typeface="Arial"/>
              <a:cs typeface="Arial"/>
              <a:sym typeface="Arial"/>
            </a:endParaRPr>
          </a:p>
          <a:p>
            <a:pPr marL="431789" indent="-228594">
              <a:buClr>
                <a:schemeClr val="dk1"/>
              </a:buClr>
              <a:buSzPts val="1400"/>
              <a:buFont typeface="Arial"/>
              <a:buChar char="•"/>
            </a:pPr>
            <a:endParaRPr sz="1600" dirty="0">
              <a:solidFill>
                <a:schemeClr val="dk1"/>
              </a:solidFill>
              <a:latin typeface="Arial"/>
              <a:ea typeface="Arial"/>
              <a:cs typeface="Arial"/>
              <a:sym typeface="Arial"/>
            </a:endParaRPr>
          </a:p>
        </p:txBody>
      </p:sp>
      <p:graphicFrame>
        <p:nvGraphicFramePr>
          <p:cNvPr id="3" name="Chart 2">
            <a:extLst>
              <a:ext uri="{FF2B5EF4-FFF2-40B4-BE49-F238E27FC236}">
                <a16:creationId xmlns:a16="http://schemas.microsoft.com/office/drawing/2014/main" id="{44477F42-C2EB-419F-8911-01EB6F5BA4D4}"/>
              </a:ext>
            </a:extLst>
          </p:cNvPr>
          <p:cNvGraphicFramePr>
            <a:graphicFrameLocks/>
          </p:cNvGraphicFramePr>
          <p:nvPr>
            <p:extLst>
              <p:ext uri="{D42A27DB-BD31-4B8C-83A1-F6EECF244321}">
                <p14:modId xmlns:p14="http://schemas.microsoft.com/office/powerpoint/2010/main" val="517313582"/>
              </p:ext>
            </p:extLst>
          </p:nvPr>
        </p:nvGraphicFramePr>
        <p:xfrm>
          <a:off x="720116" y="2337769"/>
          <a:ext cx="6862105" cy="3323768"/>
        </p:xfrm>
        <a:graphic>
          <a:graphicData uri="http://schemas.openxmlformats.org/drawingml/2006/chart">
            <c:chart xmlns:c="http://schemas.openxmlformats.org/drawingml/2006/chart" xmlns:r="http://schemas.openxmlformats.org/officeDocument/2006/relationships" r:id="rId4"/>
          </a:graphicData>
        </a:graphic>
      </p:graphicFrame>
      <p:sp>
        <p:nvSpPr>
          <p:cNvPr id="4" name="Google Shape;269;p7">
            <a:extLst>
              <a:ext uri="{FF2B5EF4-FFF2-40B4-BE49-F238E27FC236}">
                <a16:creationId xmlns:a16="http://schemas.microsoft.com/office/drawing/2014/main" id="{BD712E0F-411D-49D3-C781-71F761D7186D}"/>
              </a:ext>
            </a:extLst>
          </p:cNvPr>
          <p:cNvSpPr txBox="1">
            <a:spLocks/>
          </p:cNvSpPr>
          <p:nvPr/>
        </p:nvSpPr>
        <p:spPr>
          <a:xfrm>
            <a:off x="9513713" y="3597113"/>
            <a:ext cx="2399047" cy="646400"/>
          </a:xfrm>
          <a:prstGeom prst="rect">
            <a:avLst/>
          </a:prstGeom>
          <a:noFill/>
          <a:ln>
            <a:noFill/>
          </a:ln>
        </p:spPr>
        <p:txBody>
          <a:bodyPr spcFirstLastPara="1" wrap="square" lIns="121900" tIns="121900" rIns="121900" bIns="121900" anchor="b" anchorCtr="0">
            <a:noAutofit/>
          </a:bodyPr>
          <a:lstStyle>
            <a:lvl1pPr marL="257175" indent="-257175" algn="l" defTabSz="342900" rtl="0" eaLnBrk="1" latinLnBrk="0" hangingPunct="1">
              <a:spcBef>
                <a:spcPts val="750"/>
              </a:spcBef>
              <a:spcAft>
                <a:spcPts val="0"/>
              </a:spcAft>
              <a:buClr>
                <a:schemeClr val="accent1"/>
              </a:buClr>
              <a:buSzPct val="80000"/>
              <a:buFont typeface="Wingdings 3" charset="2"/>
              <a:buChar char=""/>
              <a:defRPr sz="1350" kern="1200">
                <a:solidFill>
                  <a:schemeClr val="tx1">
                    <a:lumMod val="75000"/>
                    <a:lumOff val="25000"/>
                  </a:schemeClr>
                </a:solidFill>
                <a:latin typeface="+mn-lt"/>
                <a:ea typeface="+mn-ea"/>
                <a:cs typeface="+mn-cs"/>
              </a:defRPr>
            </a:lvl1pPr>
            <a:lvl2pPr marL="557213" indent="-214313" algn="l" defTabSz="342900" rtl="0" eaLnBrk="1" latinLnBrk="0" hangingPunct="1">
              <a:spcBef>
                <a:spcPts val="75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2pPr>
            <a:lvl3pPr marL="857250" indent="-171450" algn="l" defTabSz="342900" rtl="0" eaLnBrk="1" latinLnBrk="0" hangingPunct="1">
              <a:spcBef>
                <a:spcPts val="750"/>
              </a:spcBef>
              <a:spcAft>
                <a:spcPts val="0"/>
              </a:spcAft>
              <a:buClr>
                <a:schemeClr val="accent1"/>
              </a:buClr>
              <a:buSzPct val="80000"/>
              <a:buFont typeface="Wingdings 3" charset="2"/>
              <a:buChar char=""/>
              <a:defRPr sz="1050" kern="1200">
                <a:solidFill>
                  <a:schemeClr val="tx1">
                    <a:lumMod val="75000"/>
                    <a:lumOff val="25000"/>
                  </a:schemeClr>
                </a:solidFill>
                <a:latin typeface="+mn-lt"/>
                <a:ea typeface="+mn-ea"/>
                <a:cs typeface="+mn-cs"/>
              </a:defRPr>
            </a:lvl3pPr>
            <a:lvl4pPr marL="12001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4pPr>
            <a:lvl5pPr marL="15430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9pPr>
          </a:lstStyle>
          <a:p>
            <a:pPr marL="228594" indent="-228594">
              <a:spcBef>
                <a:spcPts val="0"/>
              </a:spcBef>
              <a:buSzPts val="2400"/>
              <a:buNone/>
            </a:pPr>
            <a:endParaRPr lang="en-US" sz="1800" dirty="0"/>
          </a:p>
        </p:txBody>
      </p:sp>
      <p:sp>
        <p:nvSpPr>
          <p:cNvPr id="5" name="Google Shape;269;p7">
            <a:extLst>
              <a:ext uri="{FF2B5EF4-FFF2-40B4-BE49-F238E27FC236}">
                <a16:creationId xmlns:a16="http://schemas.microsoft.com/office/drawing/2014/main" id="{C08A76B8-80DD-3680-2649-2037A2DC3CC7}"/>
              </a:ext>
            </a:extLst>
          </p:cNvPr>
          <p:cNvSpPr txBox="1">
            <a:spLocks/>
          </p:cNvSpPr>
          <p:nvPr/>
        </p:nvSpPr>
        <p:spPr>
          <a:xfrm>
            <a:off x="1583973" y="5784491"/>
            <a:ext cx="7112988" cy="437909"/>
          </a:xfrm>
          <a:prstGeom prst="rect">
            <a:avLst/>
          </a:prstGeom>
          <a:noFill/>
          <a:ln>
            <a:noFill/>
          </a:ln>
        </p:spPr>
        <p:txBody>
          <a:bodyPr spcFirstLastPara="1" wrap="square" lIns="121900" tIns="121900" rIns="121900" bIns="121900" anchor="b" anchorCtr="0">
            <a:noAutofit/>
          </a:bodyPr>
          <a:lstStyle>
            <a:lvl1pPr marL="257175" indent="-257175" algn="l" defTabSz="342900" rtl="0" eaLnBrk="1" latinLnBrk="0" hangingPunct="1">
              <a:spcBef>
                <a:spcPts val="750"/>
              </a:spcBef>
              <a:spcAft>
                <a:spcPts val="0"/>
              </a:spcAft>
              <a:buClr>
                <a:schemeClr val="accent1"/>
              </a:buClr>
              <a:buSzPct val="80000"/>
              <a:buFont typeface="Wingdings 3" charset="2"/>
              <a:buChar char=""/>
              <a:defRPr sz="1350" kern="1200">
                <a:solidFill>
                  <a:schemeClr val="tx1">
                    <a:lumMod val="75000"/>
                    <a:lumOff val="25000"/>
                  </a:schemeClr>
                </a:solidFill>
                <a:latin typeface="+mn-lt"/>
                <a:ea typeface="+mn-ea"/>
                <a:cs typeface="+mn-cs"/>
              </a:defRPr>
            </a:lvl1pPr>
            <a:lvl2pPr marL="557213" indent="-214313" algn="l" defTabSz="342900" rtl="0" eaLnBrk="1" latinLnBrk="0" hangingPunct="1">
              <a:spcBef>
                <a:spcPts val="75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2pPr>
            <a:lvl3pPr marL="857250" indent="-171450" algn="l" defTabSz="342900" rtl="0" eaLnBrk="1" latinLnBrk="0" hangingPunct="1">
              <a:spcBef>
                <a:spcPts val="750"/>
              </a:spcBef>
              <a:spcAft>
                <a:spcPts val="0"/>
              </a:spcAft>
              <a:buClr>
                <a:schemeClr val="accent1"/>
              </a:buClr>
              <a:buSzPct val="80000"/>
              <a:buFont typeface="Wingdings 3" charset="2"/>
              <a:buChar char=""/>
              <a:defRPr sz="1050" kern="1200">
                <a:solidFill>
                  <a:schemeClr val="tx1">
                    <a:lumMod val="75000"/>
                    <a:lumOff val="25000"/>
                  </a:schemeClr>
                </a:solidFill>
                <a:latin typeface="+mn-lt"/>
                <a:ea typeface="+mn-ea"/>
                <a:cs typeface="+mn-cs"/>
              </a:defRPr>
            </a:lvl3pPr>
            <a:lvl4pPr marL="12001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4pPr>
            <a:lvl5pPr marL="15430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9pPr>
          </a:lstStyle>
          <a:p>
            <a:pPr marL="228594" indent="-228594">
              <a:spcBef>
                <a:spcPts val="0"/>
              </a:spcBef>
              <a:buSzPts val="2400"/>
              <a:buNone/>
            </a:pPr>
            <a:r>
              <a:rPr lang="en-US" sz="1800" dirty="0"/>
              <a:t>The Data shows the Number restaurants in India is more than </a:t>
            </a:r>
          </a:p>
          <a:p>
            <a:pPr marL="228594" indent="-228594">
              <a:spcBef>
                <a:spcPts val="0"/>
              </a:spcBef>
              <a:buSzPts val="2400"/>
              <a:buNone/>
            </a:pPr>
            <a:r>
              <a:rPr lang="en-US" sz="1800" dirty="0"/>
              <a:t>The other counties.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7" name="Google Shape;287;p9"/>
          <p:cNvSpPr txBox="1"/>
          <p:nvPr/>
        </p:nvSpPr>
        <p:spPr>
          <a:xfrm>
            <a:off x="623847" y="4267121"/>
            <a:ext cx="5949477" cy="2317713"/>
          </a:xfrm>
          <a:prstGeom prst="rect">
            <a:avLst/>
          </a:prstGeom>
          <a:noFill/>
          <a:ln>
            <a:noFill/>
          </a:ln>
        </p:spPr>
        <p:txBody>
          <a:bodyPr spcFirstLastPara="1" wrap="square" lIns="121900" tIns="121900" rIns="121900" bIns="121900" anchor="t" anchorCtr="0">
            <a:noAutofit/>
          </a:bodyPr>
          <a:lstStyle/>
          <a:p>
            <a:pPr marL="228594" indent="-228594" algn="just">
              <a:lnSpc>
                <a:spcPct val="150000"/>
              </a:lnSpc>
              <a:buClr>
                <a:schemeClr val="dk1"/>
              </a:buClr>
              <a:buSzPts val="1200"/>
              <a:buFont typeface="Arial"/>
              <a:buChar char="•"/>
            </a:pPr>
            <a:endParaRPr sz="1867" dirty="0">
              <a:solidFill>
                <a:srgbClr val="000000"/>
              </a:solidFill>
              <a:latin typeface="Arial"/>
              <a:ea typeface="Arial"/>
              <a:cs typeface="Arial"/>
              <a:sym typeface="Arial"/>
            </a:endParaRPr>
          </a:p>
        </p:txBody>
      </p:sp>
      <p:sp>
        <p:nvSpPr>
          <p:cNvPr id="288" name="Google Shape;288;p9"/>
          <p:cNvSpPr txBox="1"/>
          <p:nvPr/>
        </p:nvSpPr>
        <p:spPr>
          <a:xfrm>
            <a:off x="539586" y="3910327"/>
            <a:ext cx="5754836" cy="404061"/>
          </a:xfrm>
          <a:prstGeom prst="rect">
            <a:avLst/>
          </a:prstGeom>
          <a:noFill/>
          <a:ln>
            <a:noFill/>
          </a:ln>
        </p:spPr>
        <p:txBody>
          <a:bodyPr spcFirstLastPara="1" wrap="square" lIns="121900" tIns="121900" rIns="121900" bIns="121900" anchor="b" anchorCtr="0">
            <a:noAutofit/>
          </a:bodyPr>
          <a:lstStyle/>
          <a:p>
            <a:pPr>
              <a:buClr>
                <a:schemeClr val="accent1"/>
              </a:buClr>
              <a:buSzPts val="2400"/>
            </a:pPr>
            <a:endParaRPr sz="1867" dirty="0">
              <a:solidFill>
                <a:srgbClr val="000000"/>
              </a:solidFill>
              <a:latin typeface="Arial"/>
              <a:ea typeface="Arial"/>
              <a:cs typeface="Arial"/>
              <a:sym typeface="Arial"/>
            </a:endParaRPr>
          </a:p>
        </p:txBody>
      </p:sp>
      <p:sp>
        <p:nvSpPr>
          <p:cNvPr id="289" name="Google Shape;289;p9"/>
          <p:cNvSpPr txBox="1"/>
          <p:nvPr/>
        </p:nvSpPr>
        <p:spPr>
          <a:xfrm>
            <a:off x="622940" y="2119864"/>
            <a:ext cx="5950384" cy="1992493"/>
          </a:xfrm>
          <a:prstGeom prst="rect">
            <a:avLst/>
          </a:prstGeom>
          <a:noFill/>
          <a:ln>
            <a:noFill/>
          </a:ln>
        </p:spPr>
        <p:txBody>
          <a:bodyPr spcFirstLastPara="1" wrap="square" lIns="121900" tIns="121900" rIns="121900" bIns="121900" anchor="t" anchorCtr="0">
            <a:noAutofit/>
          </a:bodyPr>
          <a:lstStyle/>
          <a:p>
            <a:pPr marL="228594" indent="-228594" algn="just">
              <a:lnSpc>
                <a:spcPct val="150000"/>
              </a:lnSpc>
              <a:buClr>
                <a:schemeClr val="dk1"/>
              </a:buClr>
              <a:buSzPts val="1200"/>
              <a:buFont typeface="Arial"/>
              <a:buChar char="•"/>
            </a:pPr>
            <a:endParaRPr sz="1600" dirty="0">
              <a:solidFill>
                <a:schemeClr val="dk1"/>
              </a:solidFill>
              <a:latin typeface="Arial"/>
              <a:ea typeface="Arial"/>
              <a:cs typeface="Arial"/>
              <a:sym typeface="Arial"/>
            </a:endParaRPr>
          </a:p>
        </p:txBody>
      </p:sp>
      <p:sp>
        <p:nvSpPr>
          <p:cNvPr id="2" name="Google Shape;286;p9">
            <a:extLst>
              <a:ext uri="{FF2B5EF4-FFF2-40B4-BE49-F238E27FC236}">
                <a16:creationId xmlns:a16="http://schemas.microsoft.com/office/drawing/2014/main" id="{90CE3029-FE21-8C89-1539-80A184B8ECA4}"/>
              </a:ext>
            </a:extLst>
          </p:cNvPr>
          <p:cNvSpPr txBox="1">
            <a:spLocks noGrp="1"/>
          </p:cNvSpPr>
          <p:nvPr>
            <p:ph type="subTitle" idx="1"/>
          </p:nvPr>
        </p:nvSpPr>
        <p:spPr>
          <a:xfrm>
            <a:off x="539586" y="249799"/>
            <a:ext cx="9444143" cy="740833"/>
          </a:xfrm>
          <a:prstGeom prst="rect">
            <a:avLst/>
          </a:prstGeom>
          <a:noFill/>
          <a:ln>
            <a:noFill/>
          </a:ln>
        </p:spPr>
        <p:txBody>
          <a:bodyPr spcFirstLastPara="1" vert="horz" wrap="square" lIns="121900" tIns="121900" rIns="121900" bIns="121900" rtlCol="0" anchor="t" anchorCtr="0">
            <a:noAutofit/>
          </a:bodyPr>
          <a:lstStyle/>
          <a:p>
            <a:pPr marL="380990" indent="-380990">
              <a:lnSpc>
                <a:spcPct val="150000"/>
              </a:lnSpc>
              <a:buSzPts val="1200"/>
              <a:buFont typeface="Noto Sans Symbols"/>
              <a:buChar char="⮚"/>
            </a:pPr>
            <a:r>
              <a:rPr lang="en-US" sz="2667" b="1" dirty="0">
                <a:solidFill>
                  <a:schemeClr val="accent2">
                    <a:lumMod val="60000"/>
                    <a:lumOff val="40000"/>
                  </a:schemeClr>
                </a:solidFill>
                <a:latin typeface="Arial"/>
                <a:ea typeface="Arial"/>
                <a:cs typeface="Arial"/>
                <a:sym typeface="Arial"/>
              </a:rPr>
              <a:t>Annual Restaurants Opening count  Overview</a:t>
            </a:r>
            <a:endParaRPr lang="en-US" b="1" dirty="0">
              <a:solidFill>
                <a:schemeClr val="accent2">
                  <a:lumMod val="60000"/>
                  <a:lumOff val="40000"/>
                </a:schemeClr>
              </a:solidFill>
              <a:latin typeface="Arial"/>
              <a:ea typeface="Arial"/>
              <a:cs typeface="Arial"/>
              <a:sym typeface="Arial"/>
            </a:endParaRPr>
          </a:p>
        </p:txBody>
      </p:sp>
      <p:sp>
        <p:nvSpPr>
          <p:cNvPr id="6" name="TextBox 5">
            <a:extLst>
              <a:ext uri="{FF2B5EF4-FFF2-40B4-BE49-F238E27FC236}">
                <a16:creationId xmlns:a16="http://schemas.microsoft.com/office/drawing/2014/main" id="{54BF9A3F-D72A-B01B-400A-B8B68FCC613E}"/>
              </a:ext>
            </a:extLst>
          </p:cNvPr>
          <p:cNvSpPr txBox="1"/>
          <p:nvPr/>
        </p:nvSpPr>
        <p:spPr>
          <a:xfrm>
            <a:off x="715437" y="881246"/>
            <a:ext cx="6099387" cy="1524007"/>
          </a:xfrm>
          <a:prstGeom prst="rect">
            <a:avLst/>
          </a:prstGeom>
          <a:noFill/>
        </p:spPr>
        <p:txBody>
          <a:bodyPr wrap="square">
            <a:spAutoFit/>
          </a:bodyPr>
          <a:lstStyle/>
          <a:p>
            <a:pPr marL="228594" indent="-228594" algn="just">
              <a:lnSpc>
                <a:spcPct val="150000"/>
              </a:lnSpc>
              <a:buClr>
                <a:schemeClr val="dk1"/>
              </a:buClr>
              <a:buSzPts val="1200"/>
              <a:buFont typeface="Arial"/>
              <a:buChar char="•"/>
            </a:pPr>
            <a:r>
              <a:rPr lang="en-US" sz="1600" dirty="0">
                <a:solidFill>
                  <a:schemeClr val="dk1"/>
                </a:solidFill>
                <a:latin typeface="Arial"/>
                <a:ea typeface="Arial"/>
                <a:cs typeface="Arial"/>
                <a:sym typeface="Arial"/>
              </a:rPr>
              <a:t>First I create new column name - Year </a:t>
            </a:r>
          </a:p>
          <a:p>
            <a:pPr marL="228594" indent="-228594" algn="just">
              <a:lnSpc>
                <a:spcPct val="150000"/>
              </a:lnSpc>
              <a:buClr>
                <a:schemeClr val="dk1"/>
              </a:buClr>
              <a:buSzPts val="1200"/>
              <a:buFont typeface="Arial"/>
              <a:buChar char="•"/>
            </a:pPr>
            <a:r>
              <a:rPr lang="en-US" sz="1600" dirty="0">
                <a:solidFill>
                  <a:schemeClr val="dk1"/>
                </a:solidFill>
                <a:latin typeface="Arial"/>
                <a:ea typeface="Arial"/>
                <a:cs typeface="Arial"/>
                <a:sym typeface="Arial"/>
              </a:rPr>
              <a:t>Then I created a pivot table for analyze how many restaurant are open per year</a:t>
            </a:r>
          </a:p>
          <a:p>
            <a:pPr marL="228594" indent="-228594" algn="just">
              <a:lnSpc>
                <a:spcPct val="150000"/>
              </a:lnSpc>
              <a:buClr>
                <a:schemeClr val="dk1"/>
              </a:buClr>
              <a:buSzPts val="1200"/>
              <a:buFont typeface="Arial"/>
              <a:buChar char="•"/>
            </a:pPr>
            <a:r>
              <a:rPr lang="en-US" sz="1600" dirty="0">
                <a:solidFill>
                  <a:schemeClr val="dk1"/>
                </a:solidFill>
                <a:latin typeface="Arial"/>
                <a:ea typeface="Arial"/>
                <a:cs typeface="Arial"/>
                <a:sym typeface="Arial"/>
              </a:rPr>
              <a:t>For visualization I create a 3D bar chart for visualize the data </a:t>
            </a:r>
            <a:endParaRPr lang="en-US" sz="1600" dirty="0">
              <a:solidFill>
                <a:srgbClr val="000000"/>
              </a:solidFill>
              <a:latin typeface="Arial"/>
              <a:ea typeface="Arial"/>
              <a:cs typeface="Arial"/>
              <a:sym typeface="Arial"/>
            </a:endParaRPr>
          </a:p>
        </p:txBody>
      </p:sp>
      <p:graphicFrame>
        <p:nvGraphicFramePr>
          <p:cNvPr id="7" name="Chart 6">
            <a:extLst>
              <a:ext uri="{FF2B5EF4-FFF2-40B4-BE49-F238E27FC236}">
                <a16:creationId xmlns:a16="http://schemas.microsoft.com/office/drawing/2014/main" id="{AFEAD371-FE7F-4C50-93B5-A3A339A2324D}"/>
              </a:ext>
            </a:extLst>
          </p:cNvPr>
          <p:cNvGraphicFramePr>
            <a:graphicFrameLocks/>
          </p:cNvGraphicFramePr>
          <p:nvPr>
            <p:extLst>
              <p:ext uri="{D42A27DB-BD31-4B8C-83A1-F6EECF244321}">
                <p14:modId xmlns:p14="http://schemas.microsoft.com/office/powerpoint/2010/main" val="3326609051"/>
              </p:ext>
            </p:extLst>
          </p:nvPr>
        </p:nvGraphicFramePr>
        <p:xfrm>
          <a:off x="2127094" y="2697504"/>
          <a:ext cx="6269125" cy="3510488"/>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10"/>
          <p:cNvSpPr txBox="1">
            <a:spLocks noGrp="1"/>
          </p:cNvSpPr>
          <p:nvPr>
            <p:ph type="subTitle" idx="1"/>
          </p:nvPr>
        </p:nvSpPr>
        <p:spPr>
          <a:xfrm>
            <a:off x="537686" y="1014522"/>
            <a:ext cx="6113781" cy="1821071"/>
          </a:xfrm>
          <a:prstGeom prst="rect">
            <a:avLst/>
          </a:prstGeom>
          <a:noFill/>
          <a:ln>
            <a:noFill/>
          </a:ln>
        </p:spPr>
        <p:txBody>
          <a:bodyPr spcFirstLastPara="1" vert="horz" wrap="square" lIns="121900" tIns="121900" rIns="121900" bIns="121900" rtlCol="0" anchor="t" anchorCtr="0">
            <a:noAutofit/>
          </a:bodyPr>
          <a:lstStyle/>
          <a:p>
            <a:pPr marL="0" indent="0" algn="just">
              <a:lnSpc>
                <a:spcPct val="150000"/>
              </a:lnSpc>
            </a:pPr>
            <a:r>
              <a:rPr lang="en-US" sz="1600">
                <a:solidFill>
                  <a:schemeClr val="dk1"/>
                </a:solidFill>
                <a:latin typeface="Arial"/>
                <a:ea typeface="Arial"/>
                <a:cs typeface="Arial"/>
                <a:sym typeface="Arial"/>
              </a:rPr>
              <a:t>The Data Shows Stable Growth In The Restaurant Industry, With Occasional Fluctuations Due To Economic Factors</a:t>
            </a:r>
            <a:endParaRPr cap="none">
              <a:latin typeface="Arial"/>
              <a:ea typeface="Arial"/>
              <a:cs typeface="Arial"/>
              <a:sym typeface="Arial"/>
            </a:endParaRPr>
          </a:p>
          <a:p>
            <a:pPr marL="0" indent="0" algn="just">
              <a:lnSpc>
                <a:spcPct val="150000"/>
              </a:lnSpc>
            </a:pPr>
            <a:r>
              <a:rPr lang="en-US" sz="1600">
                <a:solidFill>
                  <a:schemeClr val="dk1"/>
                </a:solidFill>
                <a:latin typeface="Arial"/>
                <a:ea typeface="Arial"/>
                <a:cs typeface="Arial"/>
                <a:sym typeface="Arial"/>
              </a:rPr>
              <a:t>Analyzing The Data, We Can Observe The Trends In Restaurants Opening Across Different Years.</a:t>
            </a:r>
            <a:endParaRPr/>
          </a:p>
        </p:txBody>
      </p:sp>
      <p:sp>
        <p:nvSpPr>
          <p:cNvPr id="296" name="Google Shape;296;p10"/>
          <p:cNvSpPr txBox="1">
            <a:spLocks noGrp="1"/>
          </p:cNvSpPr>
          <p:nvPr>
            <p:ph type="title"/>
          </p:nvPr>
        </p:nvSpPr>
        <p:spPr>
          <a:xfrm>
            <a:off x="546615" y="348121"/>
            <a:ext cx="11256752" cy="666401"/>
          </a:xfrm>
          <a:prstGeom prst="rect">
            <a:avLst/>
          </a:prstGeom>
          <a:noFill/>
          <a:ln>
            <a:noFill/>
          </a:ln>
        </p:spPr>
        <p:txBody>
          <a:bodyPr spcFirstLastPara="1" vert="horz" wrap="square" lIns="121900" tIns="121900" rIns="121900" bIns="121900" rtlCol="0" anchor="t" anchorCtr="0">
            <a:noAutofit/>
          </a:bodyPr>
          <a:lstStyle/>
          <a:p>
            <a:pPr algn="l"/>
            <a:r>
              <a:rPr lang="en-US" sz="2667" b="1">
                <a:latin typeface="Arial"/>
                <a:ea typeface="Arial"/>
                <a:cs typeface="Arial"/>
                <a:sym typeface="Arial"/>
              </a:rPr>
              <a:t>ANNUAL RESTAURANTS OPENING OVERVIEW</a:t>
            </a:r>
            <a:endParaRPr sz="2667" b="1">
              <a:latin typeface="Arial"/>
              <a:ea typeface="Arial"/>
              <a:cs typeface="Arial"/>
              <a:sym typeface="Arial"/>
            </a:endParaRPr>
          </a:p>
        </p:txBody>
      </p:sp>
      <p:sp>
        <p:nvSpPr>
          <p:cNvPr id="297" name="Google Shape;297;p10"/>
          <p:cNvSpPr txBox="1"/>
          <p:nvPr/>
        </p:nvSpPr>
        <p:spPr>
          <a:xfrm>
            <a:off x="785174" y="2582140"/>
            <a:ext cx="9548599" cy="3723361"/>
          </a:xfrm>
          <a:prstGeom prst="rect">
            <a:avLst/>
          </a:prstGeom>
          <a:noFill/>
          <a:ln>
            <a:noFill/>
          </a:ln>
        </p:spPr>
        <p:txBody>
          <a:bodyPr spcFirstLastPara="1" wrap="square" lIns="121900" tIns="121900" rIns="121900" bIns="121900" anchor="t" anchorCtr="0">
            <a:noAutofit/>
          </a:bodyPr>
          <a:lstStyle/>
          <a:p>
            <a:pPr marL="228594" indent="-228594" algn="just">
              <a:lnSpc>
                <a:spcPct val="150000"/>
              </a:lnSpc>
              <a:buClr>
                <a:schemeClr val="dk1"/>
              </a:buClr>
              <a:buSzPts val="1200"/>
              <a:buFont typeface="Noto Sans Symbols"/>
              <a:buChar char="❖"/>
            </a:pPr>
            <a:r>
              <a:rPr lang="en-US" sz="1600" b="1">
                <a:solidFill>
                  <a:schemeClr val="dk1"/>
                </a:solidFill>
                <a:latin typeface="Arial"/>
                <a:ea typeface="Arial"/>
                <a:cs typeface="Arial"/>
                <a:sym typeface="Arial"/>
              </a:rPr>
              <a:t>2010</a:t>
            </a:r>
            <a:r>
              <a:rPr lang="en-US" sz="1600">
                <a:solidFill>
                  <a:schemeClr val="dk1"/>
                </a:solidFill>
                <a:latin typeface="Arial"/>
                <a:ea typeface="Arial"/>
                <a:cs typeface="Arial"/>
                <a:sym typeface="Arial"/>
              </a:rPr>
              <a:t>: Increased to </a:t>
            </a:r>
            <a:r>
              <a:rPr lang="en-US" sz="1600" b="1">
                <a:solidFill>
                  <a:schemeClr val="dk1"/>
                </a:solidFill>
                <a:latin typeface="Arial"/>
                <a:ea typeface="Arial"/>
                <a:cs typeface="Arial"/>
                <a:sym typeface="Arial"/>
              </a:rPr>
              <a:t>1,080</a:t>
            </a:r>
            <a:r>
              <a:rPr lang="en-US" sz="1600">
                <a:solidFill>
                  <a:schemeClr val="dk1"/>
                </a:solidFill>
                <a:latin typeface="Arial"/>
                <a:ea typeface="Arial"/>
                <a:cs typeface="Arial"/>
                <a:sym typeface="Arial"/>
              </a:rPr>
              <a:t> new openings, showing growth.</a:t>
            </a:r>
            <a:endParaRPr sz="1867">
              <a:solidFill>
                <a:srgbClr val="000000"/>
              </a:solidFill>
              <a:latin typeface="Arial"/>
              <a:ea typeface="Arial"/>
              <a:cs typeface="Arial"/>
              <a:sym typeface="Arial"/>
            </a:endParaRPr>
          </a:p>
          <a:p>
            <a:pPr marL="228594" indent="-228594" algn="just">
              <a:lnSpc>
                <a:spcPct val="150000"/>
              </a:lnSpc>
              <a:buClr>
                <a:schemeClr val="dk1"/>
              </a:buClr>
              <a:buSzPts val="1200"/>
              <a:buFont typeface="Noto Sans Symbols"/>
              <a:buChar char="❖"/>
            </a:pPr>
            <a:r>
              <a:rPr lang="en-US" sz="1600" b="1">
                <a:solidFill>
                  <a:schemeClr val="dk1"/>
                </a:solidFill>
                <a:latin typeface="Arial"/>
                <a:ea typeface="Arial"/>
                <a:cs typeface="Arial"/>
                <a:sym typeface="Arial"/>
              </a:rPr>
              <a:t>2011</a:t>
            </a:r>
            <a:r>
              <a:rPr lang="en-US" sz="1600">
                <a:solidFill>
                  <a:schemeClr val="dk1"/>
                </a:solidFill>
                <a:latin typeface="Arial"/>
                <a:ea typeface="Arial"/>
                <a:cs typeface="Arial"/>
                <a:sym typeface="Arial"/>
              </a:rPr>
              <a:t>: Rose to </a:t>
            </a:r>
            <a:r>
              <a:rPr lang="en-US" sz="1600" b="1">
                <a:solidFill>
                  <a:schemeClr val="dk1"/>
                </a:solidFill>
                <a:latin typeface="Arial"/>
                <a:ea typeface="Arial"/>
                <a:cs typeface="Arial"/>
                <a:sym typeface="Arial"/>
              </a:rPr>
              <a:t>1,098</a:t>
            </a:r>
            <a:r>
              <a:rPr lang="en-US" sz="1600">
                <a:solidFill>
                  <a:schemeClr val="dk1"/>
                </a:solidFill>
                <a:latin typeface="Arial"/>
                <a:ea typeface="Arial"/>
                <a:cs typeface="Arial"/>
                <a:sym typeface="Arial"/>
              </a:rPr>
              <a:t> openings, continuing upward trend.</a:t>
            </a:r>
            <a:endParaRPr sz="1867">
              <a:solidFill>
                <a:srgbClr val="000000"/>
              </a:solidFill>
              <a:latin typeface="Arial"/>
              <a:ea typeface="Arial"/>
              <a:cs typeface="Arial"/>
              <a:sym typeface="Arial"/>
            </a:endParaRPr>
          </a:p>
          <a:p>
            <a:pPr marL="228594" indent="-228594" algn="just">
              <a:lnSpc>
                <a:spcPct val="150000"/>
              </a:lnSpc>
              <a:buClr>
                <a:schemeClr val="dk1"/>
              </a:buClr>
              <a:buSzPts val="1200"/>
              <a:buFont typeface="Noto Sans Symbols"/>
              <a:buChar char="❖"/>
            </a:pPr>
            <a:r>
              <a:rPr lang="en-US" sz="1600" b="1">
                <a:solidFill>
                  <a:schemeClr val="dk1"/>
                </a:solidFill>
                <a:latin typeface="Arial"/>
                <a:ea typeface="Arial"/>
                <a:cs typeface="Arial"/>
                <a:sym typeface="Arial"/>
              </a:rPr>
              <a:t>2012</a:t>
            </a:r>
            <a:r>
              <a:rPr lang="en-US" sz="1600">
                <a:solidFill>
                  <a:schemeClr val="dk1"/>
                </a:solidFill>
                <a:latin typeface="Arial"/>
                <a:ea typeface="Arial"/>
                <a:cs typeface="Arial"/>
                <a:sym typeface="Arial"/>
              </a:rPr>
              <a:t>: Slight dip to </a:t>
            </a:r>
            <a:r>
              <a:rPr lang="en-US" sz="1600" b="1">
                <a:solidFill>
                  <a:schemeClr val="dk1"/>
                </a:solidFill>
                <a:latin typeface="Arial"/>
                <a:ea typeface="Arial"/>
                <a:cs typeface="Arial"/>
                <a:sym typeface="Arial"/>
              </a:rPr>
              <a:t>1,022</a:t>
            </a:r>
            <a:r>
              <a:rPr lang="en-US" sz="1600">
                <a:solidFill>
                  <a:schemeClr val="dk1"/>
                </a:solidFill>
                <a:latin typeface="Arial"/>
                <a:ea typeface="Arial"/>
                <a:cs typeface="Arial"/>
                <a:sym typeface="Arial"/>
              </a:rPr>
              <a:t> due to possible market saturation</a:t>
            </a:r>
            <a:endParaRPr sz="1867">
              <a:solidFill>
                <a:srgbClr val="000000"/>
              </a:solidFill>
              <a:latin typeface="Arial"/>
              <a:ea typeface="Arial"/>
              <a:cs typeface="Arial"/>
              <a:sym typeface="Arial"/>
            </a:endParaRPr>
          </a:p>
          <a:p>
            <a:pPr algn="just">
              <a:lnSpc>
                <a:spcPct val="150000"/>
              </a:lnSpc>
              <a:buClr>
                <a:schemeClr val="dk1"/>
              </a:buClr>
              <a:buSzPts val="1200"/>
            </a:pPr>
            <a:r>
              <a:rPr lang="en-US" sz="1600">
                <a:solidFill>
                  <a:schemeClr val="dk1"/>
                </a:solidFill>
                <a:latin typeface="Arial"/>
                <a:ea typeface="Arial"/>
                <a:cs typeface="Arial"/>
                <a:sym typeface="Arial"/>
              </a:rPr>
              <a:t>              or economic factors.</a:t>
            </a:r>
            <a:endParaRPr sz="1867">
              <a:solidFill>
                <a:srgbClr val="000000"/>
              </a:solidFill>
              <a:latin typeface="Arial"/>
              <a:ea typeface="Arial"/>
              <a:cs typeface="Arial"/>
              <a:sym typeface="Arial"/>
            </a:endParaRPr>
          </a:p>
          <a:p>
            <a:pPr marL="228594" indent="-228594" algn="just">
              <a:lnSpc>
                <a:spcPct val="150000"/>
              </a:lnSpc>
              <a:buClr>
                <a:schemeClr val="dk1"/>
              </a:buClr>
              <a:buSzPts val="1200"/>
              <a:buFont typeface="Noto Sans Symbols"/>
              <a:buChar char="❖"/>
            </a:pPr>
            <a:r>
              <a:rPr lang="en-US" sz="1600" b="1">
                <a:solidFill>
                  <a:schemeClr val="dk1"/>
                </a:solidFill>
                <a:latin typeface="Arial"/>
                <a:ea typeface="Arial"/>
                <a:cs typeface="Arial"/>
                <a:sym typeface="Arial"/>
              </a:rPr>
              <a:t>2013</a:t>
            </a:r>
            <a:r>
              <a:rPr lang="en-US" sz="1600">
                <a:solidFill>
                  <a:schemeClr val="dk1"/>
                </a:solidFill>
                <a:latin typeface="Arial"/>
                <a:ea typeface="Arial"/>
                <a:cs typeface="Arial"/>
                <a:sym typeface="Arial"/>
              </a:rPr>
              <a:t>: Rebounded to </a:t>
            </a:r>
            <a:r>
              <a:rPr lang="en-US" sz="1600" b="1">
                <a:solidFill>
                  <a:schemeClr val="dk1"/>
                </a:solidFill>
                <a:latin typeface="Arial"/>
                <a:ea typeface="Arial"/>
                <a:cs typeface="Arial"/>
                <a:sym typeface="Arial"/>
              </a:rPr>
              <a:t>1,061</a:t>
            </a:r>
            <a:r>
              <a:rPr lang="en-US" sz="1600">
                <a:solidFill>
                  <a:schemeClr val="dk1"/>
                </a:solidFill>
                <a:latin typeface="Arial"/>
                <a:ea typeface="Arial"/>
                <a:cs typeface="Arial"/>
                <a:sym typeface="Arial"/>
              </a:rPr>
              <a:t> openings, indicating renewed growth.</a:t>
            </a:r>
            <a:endParaRPr sz="1867">
              <a:solidFill>
                <a:srgbClr val="000000"/>
              </a:solidFill>
              <a:latin typeface="Arial"/>
              <a:ea typeface="Arial"/>
              <a:cs typeface="Arial"/>
              <a:sym typeface="Arial"/>
            </a:endParaRPr>
          </a:p>
          <a:p>
            <a:pPr marL="228594" indent="-228594" algn="just">
              <a:lnSpc>
                <a:spcPct val="150000"/>
              </a:lnSpc>
              <a:buClr>
                <a:schemeClr val="dk1"/>
              </a:buClr>
              <a:buSzPts val="1200"/>
              <a:buFont typeface="Noto Sans Symbols"/>
              <a:buChar char="❖"/>
            </a:pPr>
            <a:r>
              <a:rPr lang="en-US" sz="1600" b="1">
                <a:solidFill>
                  <a:schemeClr val="dk1"/>
                </a:solidFill>
                <a:latin typeface="Arial"/>
                <a:ea typeface="Arial"/>
                <a:cs typeface="Arial"/>
                <a:sym typeface="Arial"/>
              </a:rPr>
              <a:t>2014</a:t>
            </a:r>
            <a:r>
              <a:rPr lang="en-US" sz="1600">
                <a:solidFill>
                  <a:schemeClr val="dk1"/>
                </a:solidFill>
                <a:latin typeface="Arial"/>
                <a:ea typeface="Arial"/>
                <a:cs typeface="Arial"/>
                <a:sym typeface="Arial"/>
              </a:rPr>
              <a:t>: Minor decline to </a:t>
            </a:r>
            <a:r>
              <a:rPr lang="en-US" sz="1600" b="1">
                <a:solidFill>
                  <a:schemeClr val="dk1"/>
                </a:solidFill>
                <a:latin typeface="Arial"/>
                <a:ea typeface="Arial"/>
                <a:cs typeface="Arial"/>
                <a:sym typeface="Arial"/>
              </a:rPr>
              <a:t>1,051</a:t>
            </a:r>
            <a:r>
              <a:rPr lang="en-US" sz="1600">
                <a:solidFill>
                  <a:schemeClr val="dk1"/>
                </a:solidFill>
                <a:latin typeface="Arial"/>
                <a:ea typeface="Arial"/>
                <a:cs typeface="Arial"/>
                <a:sym typeface="Arial"/>
              </a:rPr>
              <a:t>, maintaining steady progress.</a:t>
            </a:r>
            <a:endParaRPr sz="1867">
              <a:solidFill>
                <a:srgbClr val="000000"/>
              </a:solidFill>
              <a:latin typeface="Arial"/>
              <a:ea typeface="Arial"/>
              <a:cs typeface="Arial"/>
              <a:sym typeface="Arial"/>
            </a:endParaRPr>
          </a:p>
          <a:p>
            <a:pPr marL="228594" indent="-228594" algn="just">
              <a:lnSpc>
                <a:spcPct val="150000"/>
              </a:lnSpc>
              <a:buClr>
                <a:schemeClr val="dk1"/>
              </a:buClr>
              <a:buSzPts val="1200"/>
              <a:buFont typeface="Noto Sans Symbols"/>
              <a:buChar char="❖"/>
            </a:pPr>
            <a:r>
              <a:rPr lang="en-US" sz="1600" b="1">
                <a:solidFill>
                  <a:schemeClr val="dk1"/>
                </a:solidFill>
                <a:latin typeface="Arial"/>
                <a:ea typeface="Arial"/>
                <a:cs typeface="Arial"/>
                <a:sym typeface="Arial"/>
              </a:rPr>
              <a:t>2015</a:t>
            </a:r>
            <a:r>
              <a:rPr lang="en-US" sz="1600">
                <a:solidFill>
                  <a:schemeClr val="dk1"/>
                </a:solidFill>
                <a:latin typeface="Arial"/>
                <a:ea typeface="Arial"/>
                <a:cs typeface="Arial"/>
                <a:sym typeface="Arial"/>
              </a:rPr>
              <a:t>: Stable at </a:t>
            </a:r>
            <a:r>
              <a:rPr lang="en-US" sz="1600" b="1">
                <a:solidFill>
                  <a:schemeClr val="dk1"/>
                </a:solidFill>
                <a:latin typeface="Arial"/>
                <a:ea typeface="Arial"/>
                <a:cs typeface="Arial"/>
                <a:sym typeface="Arial"/>
              </a:rPr>
              <a:t>1,024</a:t>
            </a:r>
            <a:r>
              <a:rPr lang="en-US" sz="1600">
                <a:solidFill>
                  <a:schemeClr val="dk1"/>
                </a:solidFill>
                <a:latin typeface="Arial"/>
                <a:ea typeface="Arial"/>
                <a:cs typeface="Arial"/>
                <a:sym typeface="Arial"/>
              </a:rPr>
              <a:t> new openings, reflecting consistent demand.</a:t>
            </a:r>
            <a:endParaRPr sz="1867">
              <a:solidFill>
                <a:srgbClr val="000000"/>
              </a:solidFill>
              <a:latin typeface="Arial"/>
              <a:ea typeface="Arial"/>
              <a:cs typeface="Arial"/>
              <a:sym typeface="Arial"/>
            </a:endParaRPr>
          </a:p>
          <a:p>
            <a:pPr marL="228594" indent="-228594" algn="just">
              <a:lnSpc>
                <a:spcPct val="150000"/>
              </a:lnSpc>
              <a:buClr>
                <a:schemeClr val="dk1"/>
              </a:buClr>
              <a:buSzPts val="1200"/>
              <a:buFont typeface="Noto Sans Symbols"/>
              <a:buChar char="❖"/>
            </a:pPr>
            <a:r>
              <a:rPr lang="en-US" sz="1600" b="1">
                <a:solidFill>
                  <a:schemeClr val="dk1"/>
                </a:solidFill>
                <a:latin typeface="Arial"/>
                <a:ea typeface="Arial"/>
                <a:cs typeface="Arial"/>
                <a:sym typeface="Arial"/>
              </a:rPr>
              <a:t>2016</a:t>
            </a:r>
            <a:r>
              <a:rPr lang="en-US" sz="1600">
                <a:solidFill>
                  <a:schemeClr val="dk1"/>
                </a:solidFill>
                <a:latin typeface="Arial"/>
                <a:ea typeface="Arial"/>
                <a:cs typeface="Arial"/>
                <a:sym typeface="Arial"/>
              </a:rPr>
              <a:t>: Slightly up to </a:t>
            </a:r>
            <a:r>
              <a:rPr lang="en-US" sz="1600" b="1">
                <a:solidFill>
                  <a:schemeClr val="dk1"/>
                </a:solidFill>
                <a:latin typeface="Arial"/>
                <a:ea typeface="Arial"/>
                <a:cs typeface="Arial"/>
                <a:sym typeface="Arial"/>
              </a:rPr>
              <a:t>1,027</a:t>
            </a:r>
            <a:r>
              <a:rPr lang="en-US" sz="1600">
                <a:solidFill>
                  <a:schemeClr val="dk1"/>
                </a:solidFill>
                <a:latin typeface="Arial"/>
                <a:ea typeface="Arial"/>
                <a:cs typeface="Arial"/>
                <a:sym typeface="Arial"/>
              </a:rPr>
              <a:t>, showing industry resilience.</a:t>
            </a:r>
            <a:endParaRPr sz="1867">
              <a:solidFill>
                <a:srgbClr val="000000"/>
              </a:solidFill>
              <a:latin typeface="Arial"/>
              <a:ea typeface="Arial"/>
              <a:cs typeface="Arial"/>
              <a:sym typeface="Arial"/>
            </a:endParaRPr>
          </a:p>
          <a:p>
            <a:pPr marL="228594" indent="-228594" algn="just">
              <a:lnSpc>
                <a:spcPct val="150000"/>
              </a:lnSpc>
              <a:buClr>
                <a:schemeClr val="dk1"/>
              </a:buClr>
              <a:buSzPts val="1200"/>
              <a:buFont typeface="Noto Sans Symbols"/>
              <a:buChar char="❖"/>
            </a:pPr>
            <a:r>
              <a:rPr lang="en-US" sz="1600" b="1">
                <a:solidFill>
                  <a:schemeClr val="dk1"/>
                </a:solidFill>
                <a:latin typeface="Arial"/>
                <a:ea typeface="Arial"/>
                <a:cs typeface="Arial"/>
                <a:sym typeface="Arial"/>
              </a:rPr>
              <a:t>2017</a:t>
            </a:r>
            <a:r>
              <a:rPr lang="en-US" sz="1600">
                <a:solidFill>
                  <a:schemeClr val="dk1"/>
                </a:solidFill>
                <a:latin typeface="Arial"/>
                <a:ea typeface="Arial"/>
                <a:cs typeface="Arial"/>
                <a:sym typeface="Arial"/>
              </a:rPr>
              <a:t>: Increased to </a:t>
            </a:r>
            <a:r>
              <a:rPr lang="en-US" sz="1600" b="1">
                <a:solidFill>
                  <a:schemeClr val="dk1"/>
                </a:solidFill>
                <a:latin typeface="Arial"/>
                <a:ea typeface="Arial"/>
                <a:cs typeface="Arial"/>
                <a:sym typeface="Arial"/>
              </a:rPr>
              <a:t>1,086</a:t>
            </a:r>
            <a:r>
              <a:rPr lang="en-US" sz="1600">
                <a:solidFill>
                  <a:schemeClr val="dk1"/>
                </a:solidFill>
                <a:latin typeface="Arial"/>
                <a:ea typeface="Arial"/>
                <a:cs typeface="Arial"/>
                <a:sym typeface="Arial"/>
              </a:rPr>
              <a:t>, driven by renewed consumer interest.</a:t>
            </a:r>
            <a:endParaRPr sz="1867">
              <a:solidFill>
                <a:srgbClr val="000000"/>
              </a:solidFill>
              <a:latin typeface="Arial"/>
              <a:ea typeface="Arial"/>
              <a:cs typeface="Arial"/>
              <a:sym typeface="Arial"/>
            </a:endParaRPr>
          </a:p>
          <a:p>
            <a:pPr marL="228594" indent="-228594" algn="just">
              <a:lnSpc>
                <a:spcPct val="150000"/>
              </a:lnSpc>
              <a:buClr>
                <a:schemeClr val="dk1"/>
              </a:buClr>
              <a:buSzPts val="1200"/>
              <a:buFont typeface="Noto Sans Symbols"/>
              <a:buChar char="❖"/>
            </a:pPr>
            <a:r>
              <a:rPr lang="en-US" sz="1600" b="1">
                <a:solidFill>
                  <a:schemeClr val="dk1"/>
                </a:solidFill>
                <a:latin typeface="Arial"/>
                <a:ea typeface="Arial"/>
                <a:cs typeface="Arial"/>
                <a:sym typeface="Arial"/>
              </a:rPr>
              <a:t>2018</a:t>
            </a:r>
            <a:r>
              <a:rPr lang="en-US" sz="1600">
                <a:solidFill>
                  <a:schemeClr val="dk1"/>
                </a:solidFill>
                <a:latin typeface="Arial"/>
                <a:ea typeface="Arial"/>
                <a:cs typeface="Arial"/>
                <a:sym typeface="Arial"/>
              </a:rPr>
              <a:t>: Peaked at </a:t>
            </a:r>
            <a:r>
              <a:rPr lang="en-US" sz="1600" b="1">
                <a:solidFill>
                  <a:schemeClr val="dk1"/>
                </a:solidFill>
                <a:latin typeface="Arial"/>
                <a:ea typeface="Arial"/>
                <a:cs typeface="Arial"/>
                <a:sym typeface="Arial"/>
              </a:rPr>
              <a:t>1,102</a:t>
            </a:r>
            <a:r>
              <a:rPr lang="en-US" sz="1600">
                <a:solidFill>
                  <a:schemeClr val="dk1"/>
                </a:solidFill>
                <a:latin typeface="Arial"/>
                <a:ea typeface="Arial"/>
                <a:cs typeface="Arial"/>
                <a:sym typeface="Arial"/>
              </a:rPr>
              <a:t> openings, the highest in the period, signalling strong market growth.</a:t>
            </a:r>
            <a:endParaRPr sz="1867">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11"/>
          <p:cNvSpPr txBox="1">
            <a:spLocks noGrp="1"/>
          </p:cNvSpPr>
          <p:nvPr>
            <p:ph type="subTitle" idx="1"/>
          </p:nvPr>
        </p:nvSpPr>
        <p:spPr>
          <a:xfrm>
            <a:off x="689479" y="324204"/>
            <a:ext cx="6138041" cy="4182513"/>
          </a:xfrm>
          <a:prstGeom prst="rect">
            <a:avLst/>
          </a:prstGeom>
          <a:noFill/>
          <a:ln>
            <a:noFill/>
          </a:ln>
        </p:spPr>
        <p:txBody>
          <a:bodyPr spcFirstLastPara="1" vert="horz" wrap="square" lIns="121900" tIns="121900" rIns="121900" bIns="121900" rtlCol="0" anchor="t" anchorCtr="0">
            <a:noAutofit/>
          </a:bodyPr>
          <a:lstStyle/>
          <a:p>
            <a:pPr marL="0" indent="0">
              <a:lnSpc>
                <a:spcPct val="150000"/>
              </a:lnSpc>
              <a:buClr>
                <a:schemeClr val="dk1"/>
              </a:buClr>
              <a:buSzPts val="1200"/>
            </a:pPr>
            <a:r>
              <a:rPr lang="en-US" sz="1600" dirty="0">
                <a:solidFill>
                  <a:schemeClr val="dk1"/>
                </a:solidFill>
                <a:latin typeface="Arial"/>
                <a:ea typeface="Arial"/>
                <a:cs typeface="Arial"/>
                <a:sym typeface="Arial"/>
              </a:rPr>
              <a:t>Based On The Provided Voting Data, </a:t>
            </a:r>
            <a:endParaRPr dirty="0"/>
          </a:p>
          <a:p>
            <a:pPr marL="228594" indent="-228594">
              <a:lnSpc>
                <a:spcPct val="150000"/>
              </a:lnSpc>
              <a:buClr>
                <a:schemeClr val="dk1"/>
              </a:buClr>
              <a:buSzPts val="1200"/>
              <a:buFont typeface="Noto Sans Symbols"/>
              <a:buChar char="❑"/>
            </a:pPr>
            <a:r>
              <a:rPr lang="en-US" sz="1600" b="1" dirty="0">
                <a:solidFill>
                  <a:schemeClr val="dk1"/>
                </a:solidFill>
                <a:latin typeface="Arial"/>
                <a:ea typeface="Arial"/>
                <a:cs typeface="Arial"/>
                <a:sym typeface="Arial"/>
              </a:rPr>
              <a:t>Sri Lanka</a:t>
            </a:r>
            <a:r>
              <a:rPr lang="en-US" sz="1600" dirty="0">
                <a:solidFill>
                  <a:schemeClr val="dk1"/>
                </a:solidFill>
                <a:latin typeface="Arial"/>
                <a:ea typeface="Arial"/>
                <a:cs typeface="Arial"/>
                <a:sym typeface="Arial"/>
              </a:rPr>
              <a:t>: Highest average voting score of 146, reflecting strong voter engagement.</a:t>
            </a:r>
            <a:endParaRPr dirty="0"/>
          </a:p>
          <a:p>
            <a:pPr marL="228594" indent="-228594">
              <a:lnSpc>
                <a:spcPct val="150000"/>
              </a:lnSpc>
              <a:buClr>
                <a:schemeClr val="dk1"/>
              </a:buClr>
              <a:buSzPts val="1200"/>
              <a:buFont typeface="Noto Sans Symbols"/>
              <a:buChar char="❑"/>
            </a:pPr>
            <a:r>
              <a:rPr lang="en-US" sz="1600" b="1" dirty="0">
                <a:solidFill>
                  <a:schemeClr val="dk1"/>
                </a:solidFill>
                <a:latin typeface="Arial"/>
                <a:ea typeface="Arial"/>
                <a:cs typeface="Arial"/>
                <a:sym typeface="Arial"/>
              </a:rPr>
              <a:t>Australia</a:t>
            </a:r>
            <a:r>
              <a:rPr lang="en-US" sz="1600" dirty="0">
                <a:solidFill>
                  <a:schemeClr val="dk1"/>
                </a:solidFill>
                <a:latin typeface="Arial"/>
                <a:ea typeface="Arial"/>
                <a:cs typeface="Arial"/>
                <a:sym typeface="Arial"/>
              </a:rPr>
              <a:t>: Average score of 111, indicating moderate interest.</a:t>
            </a:r>
            <a:endParaRPr dirty="0"/>
          </a:p>
          <a:p>
            <a:pPr marL="228594" indent="-228594">
              <a:lnSpc>
                <a:spcPct val="150000"/>
              </a:lnSpc>
              <a:buClr>
                <a:schemeClr val="dk1"/>
              </a:buClr>
              <a:buSzPts val="1200"/>
              <a:buFont typeface="Noto Sans Symbols"/>
              <a:buChar char="❑"/>
            </a:pPr>
            <a:r>
              <a:rPr lang="en-US" sz="1600" b="1" dirty="0">
                <a:solidFill>
                  <a:schemeClr val="dk1"/>
                </a:solidFill>
                <a:latin typeface="Arial"/>
                <a:ea typeface="Arial"/>
                <a:cs typeface="Arial"/>
                <a:sym typeface="Arial"/>
              </a:rPr>
              <a:t>Canada</a:t>
            </a:r>
            <a:r>
              <a:rPr lang="en-US" sz="1600" dirty="0">
                <a:solidFill>
                  <a:schemeClr val="dk1"/>
                </a:solidFill>
                <a:latin typeface="Arial"/>
                <a:ea typeface="Arial"/>
                <a:cs typeface="Arial"/>
                <a:sym typeface="Arial"/>
              </a:rPr>
              <a:t>: Score of 103, showing slightly lower engagement.</a:t>
            </a:r>
            <a:endParaRPr dirty="0"/>
          </a:p>
          <a:p>
            <a:pPr marL="228594" indent="-228594">
              <a:lnSpc>
                <a:spcPct val="150000"/>
              </a:lnSpc>
              <a:buClr>
                <a:schemeClr val="dk1"/>
              </a:buClr>
              <a:buSzPts val="1200"/>
              <a:buFont typeface="Noto Sans Symbols"/>
              <a:buChar char="❑"/>
            </a:pPr>
            <a:r>
              <a:rPr lang="en-US" sz="1600" b="1" dirty="0">
                <a:solidFill>
                  <a:schemeClr val="dk1"/>
                </a:solidFill>
                <a:latin typeface="Arial"/>
                <a:ea typeface="Arial"/>
                <a:cs typeface="Arial"/>
                <a:sym typeface="Arial"/>
              </a:rPr>
              <a:t>Singapore</a:t>
            </a:r>
            <a:r>
              <a:rPr lang="en-US" sz="1600" dirty="0">
                <a:solidFill>
                  <a:schemeClr val="dk1"/>
                </a:solidFill>
                <a:latin typeface="Arial"/>
                <a:ea typeface="Arial"/>
                <a:cs typeface="Arial"/>
                <a:sym typeface="Arial"/>
              </a:rPr>
              <a:t>: Lowest average score of 32, suggesting reduced voter participation. </a:t>
            </a:r>
            <a:endParaRPr dirty="0"/>
          </a:p>
          <a:p>
            <a:pPr marL="0" indent="0" algn="just">
              <a:lnSpc>
                <a:spcPct val="150000"/>
              </a:lnSpc>
            </a:pPr>
            <a:r>
              <a:rPr lang="en-US" sz="1600" dirty="0">
                <a:solidFill>
                  <a:schemeClr val="dk1"/>
                </a:solidFill>
                <a:latin typeface="Arial"/>
                <a:ea typeface="Arial"/>
                <a:cs typeface="Arial"/>
                <a:sym typeface="Arial"/>
              </a:rPr>
              <a:t>Overall, the Data Suggests Varied Levels Of Voter Engagement Across These Countries.</a:t>
            </a:r>
            <a:endParaRPr dirty="0"/>
          </a:p>
        </p:txBody>
      </p:sp>
      <p:sp>
        <p:nvSpPr>
          <p:cNvPr id="304" name="Google Shape;304;p11"/>
          <p:cNvSpPr txBox="1">
            <a:spLocks noGrp="1"/>
          </p:cNvSpPr>
          <p:nvPr>
            <p:ph type="title"/>
          </p:nvPr>
        </p:nvSpPr>
        <p:spPr>
          <a:xfrm>
            <a:off x="689479" y="1"/>
            <a:ext cx="9022080" cy="648407"/>
          </a:xfrm>
          <a:prstGeom prst="rect">
            <a:avLst/>
          </a:prstGeom>
          <a:noFill/>
          <a:ln>
            <a:noFill/>
          </a:ln>
        </p:spPr>
        <p:txBody>
          <a:bodyPr spcFirstLastPara="1" vert="horz" wrap="square" lIns="121900" tIns="121900" rIns="121900" bIns="121900" rtlCol="0" anchor="t" anchorCtr="0">
            <a:noAutofit/>
          </a:bodyPr>
          <a:lstStyle/>
          <a:p>
            <a:pPr algn="l"/>
            <a:r>
              <a:rPr lang="en-US" sz="2667" b="1" dirty="0">
                <a:latin typeface="Arial"/>
                <a:ea typeface="Arial"/>
                <a:cs typeface="Arial"/>
                <a:sym typeface="Arial"/>
              </a:rPr>
              <a:t>AVERAGE VOTING IN THE SUGGESTED COUNTRIES</a:t>
            </a:r>
            <a:endParaRPr sz="2667" b="1" dirty="0">
              <a:latin typeface="Arial"/>
              <a:ea typeface="Arial"/>
              <a:cs typeface="Arial"/>
              <a:sym typeface="Arial"/>
            </a:endParaRPr>
          </a:p>
        </p:txBody>
      </p:sp>
      <p:graphicFrame>
        <p:nvGraphicFramePr>
          <p:cNvPr id="2" name="Chart 1">
            <a:extLst>
              <a:ext uri="{FF2B5EF4-FFF2-40B4-BE49-F238E27FC236}">
                <a16:creationId xmlns:a16="http://schemas.microsoft.com/office/drawing/2014/main" id="{FAC0DC54-5AD8-44CE-9310-1AA0EB19E474}"/>
              </a:ext>
            </a:extLst>
          </p:cNvPr>
          <p:cNvGraphicFramePr>
            <a:graphicFrameLocks/>
          </p:cNvGraphicFramePr>
          <p:nvPr>
            <p:extLst>
              <p:ext uri="{D42A27DB-BD31-4B8C-83A1-F6EECF244321}">
                <p14:modId xmlns:p14="http://schemas.microsoft.com/office/powerpoint/2010/main" val="3975805185"/>
              </p:ext>
            </p:extLst>
          </p:nvPr>
        </p:nvGraphicFramePr>
        <p:xfrm>
          <a:off x="1537547" y="3765175"/>
          <a:ext cx="7531947" cy="2922495"/>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97B6D-1E13-B8F2-A121-BBB00BB67647}"/>
              </a:ext>
            </a:extLst>
          </p:cNvPr>
          <p:cNvSpPr>
            <a:spLocks noGrp="1"/>
          </p:cNvSpPr>
          <p:nvPr>
            <p:ph type="title"/>
          </p:nvPr>
        </p:nvSpPr>
        <p:spPr>
          <a:xfrm>
            <a:off x="-833081" y="214748"/>
            <a:ext cx="10272000" cy="763600"/>
          </a:xfrm>
        </p:spPr>
        <p:txBody>
          <a:bodyPr/>
          <a:lstStyle/>
          <a:p>
            <a:r>
              <a:rPr lang="en-US" dirty="0">
                <a:solidFill>
                  <a:schemeClr val="accent1"/>
                </a:solidFill>
                <a:latin typeface="Arial"/>
                <a:ea typeface="Arial"/>
                <a:cs typeface="Arial"/>
                <a:sym typeface="Arial"/>
              </a:rPr>
              <a:t>Total Expenditure on Foods</a:t>
            </a:r>
            <a:br>
              <a:rPr lang="en-US" sz="4400" dirty="0">
                <a:solidFill>
                  <a:srgbClr val="000000"/>
                </a:solidFill>
                <a:latin typeface="Arial"/>
                <a:ea typeface="Arial"/>
                <a:cs typeface="Arial"/>
                <a:sym typeface="Arial"/>
              </a:rPr>
            </a:br>
            <a:endParaRPr lang="en-US" dirty="0"/>
          </a:p>
        </p:txBody>
      </p:sp>
      <p:graphicFrame>
        <p:nvGraphicFramePr>
          <p:cNvPr id="3" name="Chart 2">
            <a:extLst>
              <a:ext uri="{FF2B5EF4-FFF2-40B4-BE49-F238E27FC236}">
                <a16:creationId xmlns:a16="http://schemas.microsoft.com/office/drawing/2014/main" id="{52AE5B38-320D-4AFF-A69A-1667886E92CF}"/>
              </a:ext>
            </a:extLst>
          </p:cNvPr>
          <p:cNvGraphicFramePr>
            <a:graphicFrameLocks/>
          </p:cNvGraphicFramePr>
          <p:nvPr>
            <p:extLst>
              <p:ext uri="{D42A27DB-BD31-4B8C-83A1-F6EECF244321}">
                <p14:modId xmlns:p14="http://schemas.microsoft.com/office/powerpoint/2010/main" val="1466006735"/>
              </p:ext>
            </p:extLst>
          </p:nvPr>
        </p:nvGraphicFramePr>
        <p:xfrm>
          <a:off x="1169783" y="3363807"/>
          <a:ext cx="8167100" cy="3429900"/>
        </p:xfrm>
        <a:graphic>
          <a:graphicData uri="http://schemas.openxmlformats.org/drawingml/2006/chart">
            <c:chart xmlns:c="http://schemas.openxmlformats.org/drawingml/2006/chart" xmlns:r="http://schemas.openxmlformats.org/officeDocument/2006/relationships" r:id="rId2"/>
          </a:graphicData>
        </a:graphic>
      </p:graphicFrame>
      <p:sp>
        <p:nvSpPr>
          <p:cNvPr id="5" name="Google Shape;303;p11">
            <a:extLst>
              <a:ext uri="{FF2B5EF4-FFF2-40B4-BE49-F238E27FC236}">
                <a16:creationId xmlns:a16="http://schemas.microsoft.com/office/drawing/2014/main" id="{74416F82-75C3-2B6D-5171-E33854458B9D}"/>
              </a:ext>
            </a:extLst>
          </p:cNvPr>
          <p:cNvSpPr txBox="1">
            <a:spLocks/>
          </p:cNvSpPr>
          <p:nvPr/>
        </p:nvSpPr>
        <p:spPr>
          <a:xfrm>
            <a:off x="1511011" y="596548"/>
            <a:ext cx="6138041" cy="4026339"/>
          </a:xfrm>
          <a:prstGeom prst="rect">
            <a:avLst/>
          </a:prstGeom>
          <a:noFill/>
          <a:ln>
            <a:noFill/>
          </a:ln>
        </p:spPr>
        <p:txBody>
          <a:bodyPr spcFirstLastPara="1" vert="horz" wrap="square" lIns="121900" tIns="121900" rIns="121900" bIns="121900" rtlCol="0" anchor="t" anchorCtr="0">
            <a:noAutofit/>
          </a:bodyPr>
          <a:lst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nSpc>
                <a:spcPct val="150000"/>
              </a:lnSpc>
              <a:buClr>
                <a:schemeClr val="dk1"/>
              </a:buClr>
              <a:buSzPts val="1200"/>
            </a:pPr>
            <a:r>
              <a:rPr lang="en-US" sz="1600" dirty="0">
                <a:solidFill>
                  <a:schemeClr val="dk1"/>
                </a:solidFill>
                <a:latin typeface="Arial"/>
                <a:ea typeface="Arial"/>
                <a:cs typeface="Arial"/>
                <a:sym typeface="Arial"/>
              </a:rPr>
              <a:t>Based On The Provided Data, </a:t>
            </a:r>
            <a:endParaRPr lang="en-US" dirty="0"/>
          </a:p>
          <a:p>
            <a:pPr marL="228594" indent="-228594">
              <a:lnSpc>
                <a:spcPct val="150000"/>
              </a:lnSpc>
              <a:buClr>
                <a:schemeClr val="dk1"/>
              </a:buClr>
              <a:buSzPts val="1200"/>
              <a:buFont typeface="Noto Sans Symbols"/>
              <a:buChar char="❑"/>
            </a:pPr>
            <a:r>
              <a:rPr lang="en-US" sz="1600" b="1" dirty="0">
                <a:solidFill>
                  <a:schemeClr val="dk1"/>
                </a:solidFill>
                <a:latin typeface="Arial"/>
                <a:ea typeface="Arial"/>
                <a:cs typeface="Arial"/>
                <a:sym typeface="Arial"/>
              </a:rPr>
              <a:t>Turkey: </a:t>
            </a:r>
            <a:r>
              <a:rPr lang="en-US" sz="1600" dirty="0">
                <a:solidFill>
                  <a:schemeClr val="dk1"/>
                </a:solidFill>
                <a:latin typeface="Arial"/>
                <a:ea typeface="Arial"/>
                <a:cs typeface="Arial"/>
                <a:sym typeface="Arial"/>
              </a:rPr>
              <a:t>It is a Lowest Food Expenditure Value</a:t>
            </a:r>
            <a:endParaRPr lang="en-US" dirty="0"/>
          </a:p>
          <a:p>
            <a:pPr marL="228594" indent="-228594">
              <a:lnSpc>
                <a:spcPct val="150000"/>
              </a:lnSpc>
              <a:buClr>
                <a:schemeClr val="dk1"/>
              </a:buClr>
              <a:buSzPts val="1200"/>
              <a:buFont typeface="Noto Sans Symbols"/>
              <a:buChar char="❑"/>
            </a:pPr>
            <a:r>
              <a:rPr lang="en-US" sz="1600" b="1" dirty="0">
                <a:solidFill>
                  <a:schemeClr val="dk1"/>
                </a:solidFill>
                <a:latin typeface="Arial"/>
                <a:ea typeface="Arial"/>
                <a:cs typeface="Arial"/>
                <a:sym typeface="Arial"/>
              </a:rPr>
              <a:t>Singapore:</a:t>
            </a:r>
            <a:r>
              <a:rPr lang="en-US" sz="1600" dirty="0">
                <a:solidFill>
                  <a:schemeClr val="dk1"/>
                </a:solidFill>
                <a:latin typeface="Arial"/>
                <a:ea typeface="Arial"/>
                <a:cs typeface="Arial"/>
                <a:sym typeface="Arial"/>
              </a:rPr>
              <a:t> It is highest Food Expenditure Value.</a:t>
            </a:r>
          </a:p>
          <a:p>
            <a:pPr marL="228594" indent="-228594">
              <a:lnSpc>
                <a:spcPct val="150000"/>
              </a:lnSpc>
              <a:buClr>
                <a:schemeClr val="dk1"/>
              </a:buClr>
              <a:buSzPts val="1200"/>
              <a:buFont typeface="Noto Sans Symbols"/>
              <a:buChar char="❑"/>
            </a:pPr>
            <a:r>
              <a:rPr lang="en-US" sz="1600" b="1" dirty="0">
                <a:solidFill>
                  <a:schemeClr val="dk1"/>
                </a:solidFill>
                <a:latin typeface="Arial"/>
                <a:ea typeface="Arial"/>
                <a:cs typeface="Arial"/>
                <a:sym typeface="Arial"/>
              </a:rPr>
              <a:t>Qatar</a:t>
            </a:r>
            <a:r>
              <a:rPr lang="en-US" sz="1600" dirty="0">
                <a:solidFill>
                  <a:schemeClr val="dk1"/>
                </a:solidFill>
                <a:latin typeface="Arial"/>
                <a:ea typeface="Arial"/>
                <a:cs typeface="Arial"/>
                <a:sym typeface="Arial"/>
              </a:rPr>
              <a:t> : It Is Medium Food Expenditure </a:t>
            </a:r>
            <a:endParaRPr lang="en-US" dirty="0"/>
          </a:p>
          <a:p>
            <a:pPr marL="0" indent="0" algn="just">
              <a:lnSpc>
                <a:spcPct val="150000"/>
              </a:lnSpc>
            </a:pPr>
            <a:endParaRPr lang="en-US" dirty="0"/>
          </a:p>
        </p:txBody>
      </p:sp>
    </p:spTree>
    <p:extLst>
      <p:ext uri="{BB962C8B-B14F-4D97-AF65-F5344CB8AC3E}">
        <p14:creationId xmlns:p14="http://schemas.microsoft.com/office/powerpoint/2010/main" val="40991009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p13"/>
          <p:cNvSpPr txBox="1">
            <a:spLocks noGrp="1"/>
          </p:cNvSpPr>
          <p:nvPr>
            <p:ph type="title"/>
          </p:nvPr>
        </p:nvSpPr>
        <p:spPr>
          <a:xfrm>
            <a:off x="857672" y="1"/>
            <a:ext cx="10272000" cy="845335"/>
          </a:xfrm>
          <a:prstGeom prst="rect">
            <a:avLst/>
          </a:prstGeom>
          <a:noFill/>
          <a:ln>
            <a:noFill/>
          </a:ln>
        </p:spPr>
        <p:txBody>
          <a:bodyPr spcFirstLastPara="1" vert="horz" wrap="square" lIns="121900" tIns="121900" rIns="121900" bIns="121900" rtlCol="0" anchor="t" anchorCtr="0">
            <a:noAutofit/>
          </a:bodyPr>
          <a:lstStyle/>
          <a:p>
            <a:pPr lvl="0" algn="l">
              <a:lnSpc>
                <a:spcPct val="150000"/>
              </a:lnSpc>
              <a:buSzPts val="1200"/>
            </a:pPr>
            <a:r>
              <a:rPr lang="en-US" sz="3200" b="1" dirty="0">
                <a:solidFill>
                  <a:schemeClr val="accent2">
                    <a:lumMod val="60000"/>
                    <a:lumOff val="40000"/>
                  </a:schemeClr>
                </a:solidFill>
                <a:latin typeface="Arial"/>
                <a:ea typeface="Arial"/>
                <a:cs typeface="Arial"/>
                <a:sym typeface="Arial"/>
              </a:rPr>
              <a:t>Choice of most rated top Cuisines</a:t>
            </a:r>
          </a:p>
        </p:txBody>
      </p:sp>
      <p:sp>
        <p:nvSpPr>
          <p:cNvPr id="319" name="Google Shape;319;p13"/>
          <p:cNvSpPr txBox="1"/>
          <p:nvPr/>
        </p:nvSpPr>
        <p:spPr>
          <a:xfrm>
            <a:off x="857672" y="845335"/>
            <a:ext cx="10272000" cy="1702372"/>
          </a:xfrm>
          <a:prstGeom prst="rect">
            <a:avLst/>
          </a:prstGeom>
          <a:noFill/>
          <a:ln>
            <a:noFill/>
          </a:ln>
        </p:spPr>
        <p:txBody>
          <a:bodyPr spcFirstLastPara="1" wrap="square" lIns="121900" tIns="121900" rIns="121900" bIns="121900" anchor="t" anchorCtr="0">
            <a:noAutofit/>
          </a:bodyPr>
          <a:lstStyle/>
          <a:p>
            <a:pPr>
              <a:lnSpc>
                <a:spcPct val="150000"/>
              </a:lnSpc>
              <a:buClr>
                <a:srgbClr val="000000"/>
              </a:buClr>
              <a:buSzPts val="1200"/>
            </a:pPr>
            <a:r>
              <a:rPr lang="en-US" sz="1600" dirty="0">
                <a:solidFill>
                  <a:schemeClr val="dk1"/>
                </a:solidFill>
                <a:latin typeface="Arial"/>
                <a:ea typeface="Arial"/>
                <a:cs typeface="Arial"/>
                <a:sym typeface="Arial"/>
              </a:rPr>
              <a:t>According to my analysis, most individuals prefer their local cuisine over foreign cuisines, and restaurants that serve local cuisine and have higher ratings tend to receive better feedback. Thus, I've chosen a few regional dishes as well as a few more that received better reviews.</a:t>
            </a:r>
            <a:br>
              <a:rPr lang="en-US" sz="1600" dirty="0">
                <a:solidFill>
                  <a:schemeClr val="dk1"/>
                </a:solidFill>
                <a:latin typeface="Arial"/>
                <a:ea typeface="Arial"/>
                <a:cs typeface="Arial"/>
                <a:sym typeface="Arial"/>
              </a:rPr>
            </a:br>
            <a:r>
              <a:rPr lang="en-US" sz="1600" dirty="0">
                <a:solidFill>
                  <a:schemeClr val="dk1"/>
                </a:solidFill>
                <a:latin typeface="Arial"/>
                <a:ea typeface="Arial"/>
                <a:cs typeface="Arial"/>
                <a:sym typeface="Arial"/>
              </a:rPr>
              <a:t>Here are the top ten cuisines in the suggested countries based on customer feedback.</a:t>
            </a:r>
            <a:endParaRPr sz="1600" dirty="0">
              <a:solidFill>
                <a:schemeClr val="dk1"/>
              </a:solidFill>
              <a:latin typeface="Arial"/>
              <a:ea typeface="Arial"/>
              <a:cs typeface="Arial"/>
              <a:sym typeface="Arial"/>
            </a:endParaRPr>
          </a:p>
        </p:txBody>
      </p:sp>
      <p:pic>
        <p:nvPicPr>
          <p:cNvPr id="321" name="Google Shape;321;p13"/>
          <p:cNvPicPr preferRelativeResize="0"/>
          <p:nvPr/>
        </p:nvPicPr>
        <p:blipFill rotWithShape="1">
          <a:blip r:embed="rId3">
            <a:alphaModFix/>
          </a:blip>
          <a:srcRect/>
          <a:stretch/>
        </p:blipFill>
        <p:spPr>
          <a:xfrm>
            <a:off x="9038953" y="3797793"/>
            <a:ext cx="2625711" cy="2697835"/>
          </a:xfrm>
          <a:prstGeom prst="rect">
            <a:avLst/>
          </a:prstGeom>
          <a:noFill/>
          <a:ln w="228600" cap="sq" cmpd="thickThin">
            <a:solidFill>
              <a:srgbClr val="000000"/>
            </a:solidFill>
            <a:prstDash val="solid"/>
            <a:miter lim="800000"/>
            <a:headEnd type="none" w="sm" len="sm"/>
            <a:tailEnd type="none" w="sm" len="sm"/>
          </a:ln>
        </p:spPr>
      </p:pic>
      <p:graphicFrame>
        <p:nvGraphicFramePr>
          <p:cNvPr id="4" name="Chart 3">
            <a:extLst>
              <a:ext uri="{FF2B5EF4-FFF2-40B4-BE49-F238E27FC236}">
                <a16:creationId xmlns:a16="http://schemas.microsoft.com/office/drawing/2014/main" id="{5933148E-8FDD-456A-9936-C814435416DB}"/>
              </a:ext>
            </a:extLst>
          </p:cNvPr>
          <p:cNvGraphicFramePr>
            <a:graphicFrameLocks/>
          </p:cNvGraphicFramePr>
          <p:nvPr/>
        </p:nvGraphicFramePr>
        <p:xfrm>
          <a:off x="1062328" y="2412969"/>
          <a:ext cx="6359101" cy="4082659"/>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5" name="Chart 4">
            <a:extLst>
              <a:ext uri="{FF2B5EF4-FFF2-40B4-BE49-F238E27FC236}">
                <a16:creationId xmlns:a16="http://schemas.microsoft.com/office/drawing/2014/main" id="{E39776C6-39AA-4923-A26B-758FC7601793}"/>
              </a:ext>
            </a:extLst>
          </p:cNvPr>
          <p:cNvGraphicFramePr>
            <a:graphicFrameLocks/>
          </p:cNvGraphicFramePr>
          <p:nvPr>
            <p:extLst>
              <p:ext uri="{D42A27DB-BD31-4B8C-83A1-F6EECF244321}">
                <p14:modId xmlns:p14="http://schemas.microsoft.com/office/powerpoint/2010/main" val="1773565853"/>
              </p:ext>
            </p:extLst>
          </p:nvPr>
        </p:nvGraphicFramePr>
        <p:xfrm>
          <a:off x="690851" y="2955605"/>
          <a:ext cx="7867361" cy="3666651"/>
        </p:xfrm>
        <a:graphic>
          <a:graphicData uri="http://schemas.openxmlformats.org/drawingml/2006/chart">
            <c:chart xmlns:c="http://schemas.openxmlformats.org/drawingml/2006/chart" xmlns:r="http://schemas.openxmlformats.org/officeDocument/2006/relationships" r:id="rId5"/>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14"/>
          <p:cNvSpPr txBox="1">
            <a:spLocks noGrp="1"/>
          </p:cNvSpPr>
          <p:nvPr>
            <p:ph type="title"/>
          </p:nvPr>
        </p:nvSpPr>
        <p:spPr>
          <a:xfrm>
            <a:off x="960000" y="68066"/>
            <a:ext cx="10272000" cy="572640"/>
          </a:xfrm>
          <a:prstGeom prst="rect">
            <a:avLst/>
          </a:prstGeom>
          <a:noFill/>
          <a:ln>
            <a:noFill/>
          </a:ln>
        </p:spPr>
        <p:txBody>
          <a:bodyPr spcFirstLastPara="1" vert="horz" wrap="square" lIns="121900" tIns="121900" rIns="121900" bIns="121900" rtlCol="0" anchor="t" anchorCtr="0">
            <a:noAutofit/>
          </a:bodyPr>
          <a:lstStyle/>
          <a:p>
            <a:pPr algn="l"/>
            <a:r>
              <a:rPr lang="en-US" sz="2667" b="1" dirty="0">
                <a:latin typeface="Arial"/>
                <a:ea typeface="Arial"/>
                <a:cs typeface="Arial"/>
                <a:sym typeface="Arial"/>
              </a:rPr>
              <a:t>MODE OF TABLE BOOKINGS</a:t>
            </a:r>
            <a:endParaRPr sz="2667" b="1" dirty="0">
              <a:latin typeface="Arial"/>
              <a:ea typeface="Arial"/>
              <a:cs typeface="Arial"/>
              <a:sym typeface="Arial"/>
            </a:endParaRPr>
          </a:p>
        </p:txBody>
      </p:sp>
      <p:sp>
        <p:nvSpPr>
          <p:cNvPr id="328" name="Google Shape;328;p14"/>
          <p:cNvSpPr txBox="1"/>
          <p:nvPr/>
        </p:nvSpPr>
        <p:spPr>
          <a:xfrm>
            <a:off x="960000" y="560005"/>
            <a:ext cx="10727504" cy="2278776"/>
          </a:xfrm>
          <a:prstGeom prst="rect">
            <a:avLst/>
          </a:prstGeom>
          <a:noFill/>
          <a:ln>
            <a:noFill/>
          </a:ln>
        </p:spPr>
        <p:txBody>
          <a:bodyPr spcFirstLastPara="1" wrap="square" lIns="121900" tIns="121900" rIns="121900" bIns="121900" anchor="t" anchorCtr="0">
            <a:noAutofit/>
          </a:bodyPr>
          <a:lstStyle/>
          <a:p>
            <a:pPr marL="228594" indent="-228594" algn="just">
              <a:lnSpc>
                <a:spcPct val="150000"/>
              </a:lnSpc>
              <a:buClr>
                <a:srgbClr val="000000"/>
              </a:buClr>
              <a:buSzPts val="1200"/>
              <a:buFont typeface="Noto Sans Symbols"/>
              <a:buChar char="⮚"/>
            </a:pPr>
            <a:r>
              <a:rPr lang="en-US" sz="1600" dirty="0">
                <a:solidFill>
                  <a:schemeClr val="dk1"/>
                </a:solidFill>
                <a:latin typeface="Arial"/>
                <a:ea typeface="Arial"/>
                <a:cs typeface="Arial"/>
                <a:sym typeface="Arial"/>
              </a:rPr>
              <a:t>Research shows no restaurants in these countries currently offer table booking services, presenting an opportunity for innovation.</a:t>
            </a:r>
            <a:endParaRPr sz="1867" dirty="0">
              <a:solidFill>
                <a:srgbClr val="000000"/>
              </a:solidFill>
              <a:latin typeface="Arial"/>
              <a:ea typeface="Arial"/>
              <a:cs typeface="Arial"/>
              <a:sym typeface="Arial"/>
            </a:endParaRPr>
          </a:p>
          <a:p>
            <a:pPr marL="228594" indent="-228594" algn="just">
              <a:lnSpc>
                <a:spcPct val="150000"/>
              </a:lnSpc>
              <a:buClr>
                <a:srgbClr val="000000"/>
              </a:buClr>
              <a:buSzPts val="1200"/>
              <a:buFont typeface="Noto Sans Symbols"/>
              <a:buChar char="⮚"/>
            </a:pPr>
            <a:r>
              <a:rPr lang="en-US" sz="1600" b="1" dirty="0">
                <a:solidFill>
                  <a:schemeClr val="dk1"/>
                </a:solidFill>
                <a:latin typeface="Arial"/>
                <a:ea typeface="Arial"/>
                <a:cs typeface="Arial"/>
                <a:sym typeface="Arial"/>
              </a:rPr>
              <a:t>74.34% </a:t>
            </a:r>
            <a:r>
              <a:rPr lang="en-US" sz="1600" dirty="0">
                <a:solidFill>
                  <a:schemeClr val="dk1"/>
                </a:solidFill>
                <a:latin typeface="Arial"/>
                <a:ea typeface="Arial"/>
                <a:cs typeface="Arial"/>
                <a:sym typeface="Arial"/>
              </a:rPr>
              <a:t>of restaurants cater to walk-ins; </a:t>
            </a:r>
            <a:r>
              <a:rPr lang="en-US" sz="1600" b="1" dirty="0">
                <a:solidFill>
                  <a:schemeClr val="dk1"/>
                </a:solidFill>
                <a:latin typeface="Arial"/>
                <a:ea typeface="Arial"/>
                <a:cs typeface="Arial"/>
                <a:sym typeface="Arial"/>
              </a:rPr>
              <a:t>25.66% </a:t>
            </a:r>
            <a:r>
              <a:rPr lang="en-US" sz="1600" dirty="0">
                <a:solidFill>
                  <a:schemeClr val="dk1"/>
                </a:solidFill>
                <a:latin typeface="Arial"/>
                <a:ea typeface="Arial"/>
                <a:cs typeface="Arial"/>
                <a:sym typeface="Arial"/>
              </a:rPr>
              <a:t>offer table bookings, likely for formal dining or high-demand areas.</a:t>
            </a:r>
          </a:p>
          <a:p>
            <a:pPr marL="228594" indent="-228594" algn="just">
              <a:lnSpc>
                <a:spcPct val="150000"/>
              </a:lnSpc>
              <a:buClr>
                <a:srgbClr val="000000"/>
              </a:buClr>
              <a:buSzPts val="1200"/>
              <a:buFont typeface="Noto Sans Symbols"/>
              <a:buChar char="⮚"/>
            </a:pPr>
            <a:r>
              <a:rPr lang="en-US" sz="1600" dirty="0">
                <a:solidFill>
                  <a:schemeClr val="dk1"/>
                </a:solidFill>
                <a:latin typeface="Arial"/>
                <a:ea typeface="Arial"/>
                <a:cs typeface="Arial"/>
                <a:sym typeface="Arial"/>
              </a:rPr>
              <a:t>The data shows If The Table Booking Is Yes rating is also high Almost 3.5 and Table Booking No Rating is Almost 3 its generally Low.</a:t>
            </a:r>
          </a:p>
          <a:p>
            <a:pPr marL="228594" indent="-228594" algn="just">
              <a:lnSpc>
                <a:spcPct val="150000"/>
              </a:lnSpc>
              <a:buClr>
                <a:srgbClr val="000000"/>
              </a:buClr>
              <a:buSzPts val="1200"/>
              <a:buFont typeface="Noto Sans Symbols"/>
              <a:buChar char="⮚"/>
            </a:pPr>
            <a:r>
              <a:rPr lang="en-US" sz="1600" dirty="0">
                <a:solidFill>
                  <a:schemeClr val="dk1"/>
                </a:solidFill>
                <a:latin typeface="Arial"/>
                <a:ea typeface="Arial"/>
                <a:cs typeface="Arial"/>
                <a:sym typeface="Arial"/>
              </a:rPr>
              <a:t>so, we Have To Offered Table Booking For Better feedback</a:t>
            </a:r>
            <a:endParaRPr sz="1867" dirty="0">
              <a:solidFill>
                <a:srgbClr val="000000"/>
              </a:solidFill>
              <a:latin typeface="Arial"/>
              <a:ea typeface="Arial"/>
              <a:cs typeface="Arial"/>
              <a:sym typeface="Arial"/>
            </a:endParaRPr>
          </a:p>
          <a:p>
            <a:pPr marL="228594" indent="-228594" algn="just">
              <a:lnSpc>
                <a:spcPct val="150000"/>
              </a:lnSpc>
              <a:buClr>
                <a:srgbClr val="000000"/>
              </a:buClr>
              <a:buSzPts val="1200"/>
              <a:buFont typeface="Noto Sans Symbols"/>
              <a:buChar char="⮚"/>
            </a:pPr>
            <a:r>
              <a:rPr lang="en-US" sz="1600" b="1" dirty="0">
                <a:solidFill>
                  <a:schemeClr val="dk1"/>
                </a:solidFill>
                <a:latin typeface="Arial"/>
                <a:ea typeface="Arial"/>
                <a:cs typeface="Arial"/>
                <a:sym typeface="Arial"/>
              </a:rPr>
              <a:t>87.88% </a:t>
            </a:r>
            <a:r>
              <a:rPr lang="en-US" sz="1600" dirty="0">
                <a:solidFill>
                  <a:schemeClr val="dk1"/>
                </a:solidFill>
                <a:latin typeface="Arial"/>
                <a:ea typeface="Arial"/>
                <a:cs typeface="Arial"/>
                <a:sym typeface="Arial"/>
              </a:rPr>
              <a:t>of restaurants serve walk-ins without online delivery; </a:t>
            </a:r>
            <a:r>
              <a:rPr lang="en-US" sz="1600" b="1" dirty="0">
                <a:solidFill>
                  <a:schemeClr val="dk1"/>
                </a:solidFill>
                <a:latin typeface="Arial"/>
                <a:ea typeface="Arial"/>
                <a:cs typeface="Arial"/>
                <a:sym typeface="Arial"/>
              </a:rPr>
              <a:t>12.12% </a:t>
            </a:r>
            <a:r>
              <a:rPr lang="en-US" sz="1600" dirty="0">
                <a:solidFill>
                  <a:schemeClr val="dk1"/>
                </a:solidFill>
                <a:latin typeface="Arial"/>
                <a:ea typeface="Arial"/>
                <a:cs typeface="Arial"/>
                <a:sym typeface="Arial"/>
              </a:rPr>
              <a:t>provide it, likely in high-demand or formal dining locations.</a:t>
            </a:r>
            <a:endParaRPr sz="1867" dirty="0">
              <a:solidFill>
                <a:srgbClr val="000000"/>
              </a:solidFill>
              <a:latin typeface="Arial"/>
              <a:ea typeface="Arial"/>
              <a:cs typeface="Arial"/>
              <a:sym typeface="Arial"/>
            </a:endParaRPr>
          </a:p>
        </p:txBody>
      </p:sp>
      <p:sp>
        <p:nvSpPr>
          <p:cNvPr id="332" name="Google Shape;332;p14"/>
          <p:cNvSpPr txBox="1"/>
          <p:nvPr/>
        </p:nvSpPr>
        <p:spPr>
          <a:xfrm>
            <a:off x="9415133" y="6203032"/>
            <a:ext cx="2133200" cy="434209"/>
          </a:xfrm>
          <a:prstGeom prst="rect">
            <a:avLst/>
          </a:prstGeom>
          <a:noFill/>
          <a:ln>
            <a:noFill/>
          </a:ln>
        </p:spPr>
        <p:txBody>
          <a:bodyPr spcFirstLastPara="1" wrap="square" lIns="121900" tIns="121900" rIns="121900" bIns="121900" anchor="t" anchorCtr="0">
            <a:noAutofit/>
          </a:bodyPr>
          <a:lstStyle/>
          <a:p>
            <a:pPr algn="ctr">
              <a:buClr>
                <a:schemeClr val="dk1"/>
              </a:buClr>
              <a:buSzPts val="1200"/>
            </a:pPr>
            <a:r>
              <a:rPr lang="en-US" sz="1600" b="1" dirty="0">
                <a:solidFill>
                  <a:schemeClr val="dk1"/>
                </a:solidFill>
                <a:latin typeface="Cabin"/>
                <a:ea typeface="Cabin"/>
                <a:cs typeface="Cabin"/>
                <a:sym typeface="Cabin"/>
              </a:rPr>
              <a:t>Table Booking</a:t>
            </a:r>
            <a:endParaRPr sz="1600" b="1" dirty="0">
              <a:solidFill>
                <a:schemeClr val="dk1"/>
              </a:solidFill>
              <a:latin typeface="Cabin"/>
              <a:ea typeface="Cabin"/>
              <a:cs typeface="Cabin"/>
              <a:sym typeface="Cabin"/>
            </a:endParaRPr>
          </a:p>
        </p:txBody>
      </p:sp>
      <p:pic>
        <p:nvPicPr>
          <p:cNvPr id="1026" name="Picture 2">
            <a:extLst>
              <a:ext uri="{FF2B5EF4-FFF2-40B4-BE49-F238E27FC236}">
                <a16:creationId xmlns:a16="http://schemas.microsoft.com/office/drawing/2014/main" id="{29EE89C2-B8E6-1331-9888-F399A65B07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24053" y="4220763"/>
            <a:ext cx="3244427" cy="207723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Chart 1">
            <a:extLst>
              <a:ext uri="{FF2B5EF4-FFF2-40B4-BE49-F238E27FC236}">
                <a16:creationId xmlns:a16="http://schemas.microsoft.com/office/drawing/2014/main" id="{4F29F3C7-7861-403F-BE9E-F6F67A74F2C9}"/>
              </a:ext>
            </a:extLst>
          </p:cNvPr>
          <p:cNvGraphicFramePr>
            <a:graphicFrameLocks/>
          </p:cNvGraphicFramePr>
          <p:nvPr>
            <p:extLst>
              <p:ext uri="{D42A27DB-BD31-4B8C-83A1-F6EECF244321}">
                <p14:modId xmlns:p14="http://schemas.microsoft.com/office/powerpoint/2010/main" val="2501639837"/>
              </p:ext>
            </p:extLst>
          </p:nvPr>
        </p:nvGraphicFramePr>
        <p:xfrm>
          <a:off x="1359110" y="3848353"/>
          <a:ext cx="5613779" cy="2822052"/>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327;p14">
            <a:extLst>
              <a:ext uri="{FF2B5EF4-FFF2-40B4-BE49-F238E27FC236}">
                <a16:creationId xmlns:a16="http://schemas.microsoft.com/office/drawing/2014/main" id="{F6C15DDC-543B-B22C-7817-8EBEB38315B0}"/>
              </a:ext>
            </a:extLst>
          </p:cNvPr>
          <p:cNvSpPr txBox="1">
            <a:spLocks noGrp="1"/>
          </p:cNvSpPr>
          <p:nvPr>
            <p:ph type="title"/>
          </p:nvPr>
        </p:nvSpPr>
        <p:spPr>
          <a:xfrm>
            <a:off x="670190" y="243118"/>
            <a:ext cx="8595784" cy="1320800"/>
          </a:xfrm>
          <a:prstGeom prst="rect">
            <a:avLst/>
          </a:prstGeom>
          <a:noFill/>
          <a:ln>
            <a:noFill/>
          </a:ln>
        </p:spPr>
        <p:txBody>
          <a:bodyPr spcFirstLastPara="1" vert="horz" wrap="square" lIns="121900" tIns="121900" rIns="121900" bIns="121900" rtlCol="0" anchor="t" anchorCtr="0">
            <a:noAutofit/>
          </a:bodyPr>
          <a:lstStyle/>
          <a:p>
            <a:pPr>
              <a:lnSpc>
                <a:spcPct val="90000"/>
              </a:lnSpc>
              <a:spcBef>
                <a:spcPts val="0"/>
              </a:spcBef>
              <a:buClr>
                <a:schemeClr val="dk1"/>
              </a:buClr>
              <a:buSzPts val="3500"/>
            </a:pPr>
            <a:r>
              <a:rPr lang="en-US" sz="2667" b="1" dirty="0">
                <a:latin typeface="Arial"/>
                <a:ea typeface="Arial"/>
                <a:cs typeface="Arial"/>
                <a:sym typeface="Arial"/>
              </a:rPr>
              <a:t>MODE OF ONLINE  BOOKINGS</a:t>
            </a:r>
            <a:endParaRPr sz="2667" b="1" dirty="0">
              <a:latin typeface="Arial"/>
              <a:ea typeface="Arial"/>
              <a:cs typeface="Arial"/>
              <a:sym typeface="Arial"/>
            </a:endParaRPr>
          </a:p>
        </p:txBody>
      </p:sp>
      <p:sp>
        <p:nvSpPr>
          <p:cNvPr id="3" name="Content Placeholder 2">
            <a:extLst>
              <a:ext uri="{FF2B5EF4-FFF2-40B4-BE49-F238E27FC236}">
                <a16:creationId xmlns:a16="http://schemas.microsoft.com/office/drawing/2014/main" id="{307EB5F3-C09F-497F-9790-B02173489EEE}"/>
              </a:ext>
            </a:extLst>
          </p:cNvPr>
          <p:cNvSpPr>
            <a:spLocks noGrp="1"/>
          </p:cNvSpPr>
          <p:nvPr>
            <p:ph idx="1"/>
          </p:nvPr>
        </p:nvSpPr>
        <p:spPr>
          <a:xfrm>
            <a:off x="670190" y="903518"/>
            <a:ext cx="8596668" cy="2087880"/>
          </a:xfrm>
        </p:spPr>
        <p:txBody>
          <a:bodyPr>
            <a:normAutofit fontScale="92500" lnSpcReduction="10000"/>
          </a:bodyPr>
          <a:lstStyle/>
          <a:p>
            <a:r>
              <a:rPr lang="en-US" dirty="0"/>
              <a:t>If we have see the data Restaurant  provide online delivery Then rating is generally high  almost 3.3 and restaurant don’t </a:t>
            </a:r>
            <a:r>
              <a:rPr lang="en-US" dirty="0" err="1"/>
              <a:t>offerd</a:t>
            </a:r>
            <a:r>
              <a:rPr lang="en-US" dirty="0"/>
              <a:t> online delivery rating is generally low </a:t>
            </a:r>
          </a:p>
          <a:p>
            <a:r>
              <a:rPr lang="en-US" dirty="0"/>
              <a:t>So, restaurants need to provide online delivery for getting higher feedback and better response . </a:t>
            </a:r>
          </a:p>
          <a:p>
            <a:r>
              <a:rPr lang="en-US" sz="1867" b="1" dirty="0">
                <a:solidFill>
                  <a:schemeClr val="dk1"/>
                </a:solidFill>
                <a:latin typeface="Arial"/>
                <a:ea typeface="Arial"/>
                <a:cs typeface="Arial"/>
                <a:sym typeface="Arial"/>
              </a:rPr>
              <a:t>87.88% </a:t>
            </a:r>
            <a:r>
              <a:rPr lang="en-US" sz="1867" dirty="0">
                <a:solidFill>
                  <a:schemeClr val="dk1"/>
                </a:solidFill>
                <a:latin typeface="Arial"/>
                <a:ea typeface="Arial"/>
                <a:cs typeface="Arial"/>
                <a:sym typeface="Arial"/>
              </a:rPr>
              <a:t>of restaurants serve walk-ins without online delivery; </a:t>
            </a:r>
            <a:r>
              <a:rPr lang="en-US" sz="1867" b="1" dirty="0">
                <a:solidFill>
                  <a:schemeClr val="dk1"/>
                </a:solidFill>
                <a:latin typeface="Arial"/>
                <a:ea typeface="Arial"/>
                <a:cs typeface="Arial"/>
                <a:sym typeface="Arial"/>
              </a:rPr>
              <a:t>12.12% </a:t>
            </a:r>
            <a:r>
              <a:rPr lang="en-US" sz="1867" dirty="0">
                <a:solidFill>
                  <a:schemeClr val="dk1"/>
                </a:solidFill>
                <a:latin typeface="Arial"/>
                <a:ea typeface="Arial"/>
                <a:cs typeface="Arial"/>
                <a:sym typeface="Arial"/>
              </a:rPr>
              <a:t>provide it, likely in high-demand or formal dining locations.</a:t>
            </a:r>
            <a:endParaRPr lang="en-US" sz="2133" dirty="0">
              <a:solidFill>
                <a:srgbClr val="000000"/>
              </a:solidFill>
              <a:latin typeface="Arial"/>
              <a:ea typeface="Arial"/>
              <a:cs typeface="Arial"/>
              <a:sym typeface="Arial"/>
            </a:endParaRPr>
          </a:p>
          <a:p>
            <a:endParaRPr lang="en-US" dirty="0"/>
          </a:p>
          <a:p>
            <a:pPr marL="0" indent="0">
              <a:buNone/>
            </a:pPr>
            <a:endParaRPr lang="en-US" dirty="0"/>
          </a:p>
        </p:txBody>
      </p:sp>
      <p:graphicFrame>
        <p:nvGraphicFramePr>
          <p:cNvPr id="5" name="Chart 4">
            <a:extLst>
              <a:ext uri="{FF2B5EF4-FFF2-40B4-BE49-F238E27FC236}">
                <a16:creationId xmlns:a16="http://schemas.microsoft.com/office/drawing/2014/main" id="{CC19B2AD-E2FC-4E91-BAB1-744E0F4D70EB}"/>
              </a:ext>
            </a:extLst>
          </p:cNvPr>
          <p:cNvGraphicFramePr>
            <a:graphicFrameLocks/>
          </p:cNvGraphicFramePr>
          <p:nvPr>
            <p:extLst>
              <p:ext uri="{D42A27DB-BD31-4B8C-83A1-F6EECF244321}">
                <p14:modId xmlns:p14="http://schemas.microsoft.com/office/powerpoint/2010/main" val="3025405809"/>
              </p:ext>
            </p:extLst>
          </p:nvPr>
        </p:nvGraphicFramePr>
        <p:xfrm>
          <a:off x="943981" y="3377639"/>
          <a:ext cx="3752427" cy="2785565"/>
        </p:xfrm>
        <a:graphic>
          <a:graphicData uri="http://schemas.openxmlformats.org/drawingml/2006/chart">
            <c:chart xmlns:c="http://schemas.openxmlformats.org/drawingml/2006/chart" xmlns:r="http://schemas.openxmlformats.org/officeDocument/2006/relationships" r:id="rId2"/>
          </a:graphicData>
        </a:graphic>
      </p:graphicFrame>
      <p:pic>
        <p:nvPicPr>
          <p:cNvPr id="2050" name="Picture 2">
            <a:extLst>
              <a:ext uri="{FF2B5EF4-FFF2-40B4-BE49-F238E27FC236}">
                <a16:creationId xmlns:a16="http://schemas.microsoft.com/office/drawing/2014/main" id="{920C2915-7459-D18B-C252-A83AA1F69E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30213" y="3649102"/>
            <a:ext cx="4033095" cy="29657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25857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5AFBA-2EBB-87F4-C4F4-0FC7F2E3B9DD}"/>
              </a:ext>
            </a:extLst>
          </p:cNvPr>
          <p:cNvSpPr>
            <a:spLocks noGrp="1"/>
          </p:cNvSpPr>
          <p:nvPr>
            <p:ph type="title"/>
          </p:nvPr>
        </p:nvSpPr>
        <p:spPr>
          <a:xfrm>
            <a:off x="833122" y="328892"/>
            <a:ext cx="8596668" cy="839893"/>
          </a:xfrm>
        </p:spPr>
        <p:txBody>
          <a:bodyPr>
            <a:normAutofit fontScale="90000"/>
          </a:bodyPr>
          <a:lstStyle/>
          <a:p>
            <a:r>
              <a:rPr lang="en-US" sz="3733" b="1" dirty="0">
                <a:solidFill>
                  <a:schemeClr val="accent2">
                    <a:lumMod val="60000"/>
                    <a:lumOff val="40000"/>
                  </a:schemeClr>
                </a:solidFill>
                <a:latin typeface="Arial"/>
                <a:ea typeface="Arial"/>
                <a:cs typeface="Arial"/>
                <a:sym typeface="Arial"/>
              </a:rPr>
              <a:t>Price Range Wise Restaurants</a:t>
            </a:r>
            <a:br>
              <a:rPr lang="en-US" sz="3733" dirty="0">
                <a:solidFill>
                  <a:srgbClr val="000000"/>
                </a:solidFill>
                <a:latin typeface="Arial"/>
                <a:ea typeface="Arial"/>
                <a:cs typeface="Arial"/>
                <a:sym typeface="Arial"/>
              </a:rPr>
            </a:br>
            <a:endParaRPr lang="en-US" dirty="0"/>
          </a:p>
        </p:txBody>
      </p:sp>
      <p:sp>
        <p:nvSpPr>
          <p:cNvPr id="3" name="Content Placeholder 2">
            <a:extLst>
              <a:ext uri="{FF2B5EF4-FFF2-40B4-BE49-F238E27FC236}">
                <a16:creationId xmlns:a16="http://schemas.microsoft.com/office/drawing/2014/main" id="{64AB81A6-7B7A-E1A6-9B2A-3A2873C463F7}"/>
              </a:ext>
            </a:extLst>
          </p:cNvPr>
          <p:cNvSpPr>
            <a:spLocks noGrp="1"/>
          </p:cNvSpPr>
          <p:nvPr>
            <p:ph idx="1"/>
          </p:nvPr>
        </p:nvSpPr>
        <p:spPr>
          <a:xfrm>
            <a:off x="833122" y="1033107"/>
            <a:ext cx="8596668" cy="2231640"/>
          </a:xfrm>
        </p:spPr>
        <p:txBody>
          <a:bodyPr>
            <a:normAutofit fontScale="92500" lnSpcReduction="10000"/>
          </a:bodyPr>
          <a:lstStyle/>
          <a:p>
            <a:r>
              <a:rPr lang="en-US" dirty="0"/>
              <a:t>The Data show High number of restaurants price range 1.</a:t>
            </a:r>
          </a:p>
          <a:p>
            <a:r>
              <a:rPr lang="en-US" dirty="0"/>
              <a:t>India have 4295 restaurants price range 1.</a:t>
            </a:r>
          </a:p>
          <a:p>
            <a:r>
              <a:rPr lang="en-US" dirty="0"/>
              <a:t>India have 2858 restaurants price range 2.</a:t>
            </a:r>
          </a:p>
          <a:p>
            <a:r>
              <a:rPr lang="en-US" dirty="0"/>
              <a:t>India have 1111 restaurants price range 3.</a:t>
            </a:r>
          </a:p>
          <a:p>
            <a:r>
              <a:rPr lang="en-US" dirty="0"/>
              <a:t>India have  388 restaurants price range 4.</a:t>
            </a:r>
          </a:p>
          <a:p>
            <a:r>
              <a:rPr lang="en-US" dirty="0"/>
              <a:t>Most of the restaurants price range 1 are India .</a:t>
            </a:r>
          </a:p>
          <a:p>
            <a:endParaRPr lang="en-US" dirty="0"/>
          </a:p>
          <a:p>
            <a:endParaRPr lang="en-US" dirty="0"/>
          </a:p>
        </p:txBody>
      </p:sp>
      <p:graphicFrame>
        <p:nvGraphicFramePr>
          <p:cNvPr id="4" name="Chart 3">
            <a:extLst>
              <a:ext uri="{FF2B5EF4-FFF2-40B4-BE49-F238E27FC236}">
                <a16:creationId xmlns:a16="http://schemas.microsoft.com/office/drawing/2014/main" id="{05B5D718-B170-4A06-A942-26887D9B8948}"/>
              </a:ext>
            </a:extLst>
          </p:cNvPr>
          <p:cNvGraphicFramePr>
            <a:graphicFrameLocks/>
          </p:cNvGraphicFramePr>
          <p:nvPr>
            <p:extLst>
              <p:ext uri="{D42A27DB-BD31-4B8C-83A1-F6EECF244321}">
                <p14:modId xmlns:p14="http://schemas.microsoft.com/office/powerpoint/2010/main" val="2047469798"/>
              </p:ext>
            </p:extLst>
          </p:nvPr>
        </p:nvGraphicFramePr>
        <p:xfrm>
          <a:off x="405377" y="3264747"/>
          <a:ext cx="9129656" cy="343555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3867696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7D251FF-30BA-C307-9DD7-0F1C604B4F67}"/>
              </a:ext>
            </a:extLst>
          </p:cNvPr>
          <p:cNvSpPr>
            <a:spLocks noGrp="1"/>
          </p:cNvSpPr>
          <p:nvPr>
            <p:ph type="ctrTitle" idx="4294967295"/>
          </p:nvPr>
        </p:nvSpPr>
        <p:spPr>
          <a:xfrm>
            <a:off x="928688" y="255588"/>
            <a:ext cx="7769225" cy="1009650"/>
          </a:xfrm>
        </p:spPr>
        <p:txBody>
          <a:bodyPr>
            <a:normAutofit fontScale="90000"/>
          </a:bodyPr>
          <a:lstStyle/>
          <a:p>
            <a:r>
              <a:rPr lang="en-US" sz="3733" b="1" dirty="0">
                <a:solidFill>
                  <a:schemeClr val="accent2">
                    <a:lumMod val="60000"/>
                    <a:lumOff val="40000"/>
                  </a:schemeClr>
                </a:solidFill>
                <a:latin typeface="Arial"/>
                <a:ea typeface="Arial"/>
                <a:cs typeface="Arial"/>
                <a:sym typeface="Arial"/>
              </a:rPr>
              <a:t>Average Of Rating Per Country</a:t>
            </a:r>
            <a:br>
              <a:rPr lang="en-US" sz="3733" dirty="0">
                <a:solidFill>
                  <a:srgbClr val="000000"/>
                </a:solidFill>
                <a:latin typeface="Arial"/>
                <a:ea typeface="Arial"/>
                <a:cs typeface="Arial"/>
                <a:sym typeface="Arial"/>
              </a:rPr>
            </a:br>
            <a:endParaRPr lang="en-US" dirty="0"/>
          </a:p>
        </p:txBody>
      </p:sp>
      <p:graphicFrame>
        <p:nvGraphicFramePr>
          <p:cNvPr id="5" name="Chart 4">
            <a:extLst>
              <a:ext uri="{FF2B5EF4-FFF2-40B4-BE49-F238E27FC236}">
                <a16:creationId xmlns:a16="http://schemas.microsoft.com/office/drawing/2014/main" id="{3E26CDF6-83ED-4EF9-A705-014A1A1F21DB}"/>
              </a:ext>
            </a:extLst>
          </p:cNvPr>
          <p:cNvGraphicFramePr>
            <a:graphicFrameLocks/>
          </p:cNvGraphicFramePr>
          <p:nvPr>
            <p:extLst>
              <p:ext uri="{D42A27DB-BD31-4B8C-83A1-F6EECF244321}">
                <p14:modId xmlns:p14="http://schemas.microsoft.com/office/powerpoint/2010/main" val="2250012681"/>
              </p:ext>
            </p:extLst>
          </p:nvPr>
        </p:nvGraphicFramePr>
        <p:xfrm>
          <a:off x="189653" y="2695786"/>
          <a:ext cx="9619443" cy="4047489"/>
        </p:xfrm>
        <a:graphic>
          <a:graphicData uri="http://schemas.openxmlformats.org/drawingml/2006/chart">
            <c:chart xmlns:c="http://schemas.openxmlformats.org/drawingml/2006/chart" xmlns:r="http://schemas.openxmlformats.org/officeDocument/2006/relationships" r:id="rId2"/>
          </a:graphicData>
        </a:graphic>
      </p:graphicFrame>
      <p:sp>
        <p:nvSpPr>
          <p:cNvPr id="9" name="Content Placeholder 2">
            <a:extLst>
              <a:ext uri="{FF2B5EF4-FFF2-40B4-BE49-F238E27FC236}">
                <a16:creationId xmlns:a16="http://schemas.microsoft.com/office/drawing/2014/main" id="{358B06AB-4FAE-7392-46C4-7EC241E3CB7F}"/>
              </a:ext>
            </a:extLst>
          </p:cNvPr>
          <p:cNvSpPr txBox="1">
            <a:spLocks/>
          </p:cNvSpPr>
          <p:nvPr/>
        </p:nvSpPr>
        <p:spPr>
          <a:xfrm>
            <a:off x="833122" y="1033107"/>
            <a:ext cx="8596668" cy="2231640"/>
          </a:xfrm>
          <a:prstGeom prst="rect">
            <a:avLst/>
          </a:prstGeom>
        </p:spPr>
        <p:txBody>
          <a:bodyPr>
            <a:normAutofit/>
          </a:bodyPr>
          <a:lstStyle>
            <a:lvl1pPr marL="257175" indent="-257175" algn="l" defTabSz="342900" rtl="0" eaLnBrk="1" latinLnBrk="0" hangingPunct="1">
              <a:spcBef>
                <a:spcPts val="750"/>
              </a:spcBef>
              <a:spcAft>
                <a:spcPts val="0"/>
              </a:spcAft>
              <a:buClr>
                <a:schemeClr val="accent1"/>
              </a:buClr>
              <a:buSzPct val="80000"/>
              <a:buFont typeface="Wingdings 3" charset="2"/>
              <a:buChar char=""/>
              <a:defRPr sz="1350" kern="1200">
                <a:solidFill>
                  <a:schemeClr val="tx1">
                    <a:lumMod val="75000"/>
                    <a:lumOff val="25000"/>
                  </a:schemeClr>
                </a:solidFill>
                <a:latin typeface="+mn-lt"/>
                <a:ea typeface="+mn-ea"/>
                <a:cs typeface="+mn-cs"/>
              </a:defRPr>
            </a:lvl1pPr>
            <a:lvl2pPr marL="557213" indent="-214313" algn="l" defTabSz="342900" rtl="0" eaLnBrk="1" latinLnBrk="0" hangingPunct="1">
              <a:spcBef>
                <a:spcPts val="75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2pPr>
            <a:lvl3pPr marL="857250" indent="-171450" algn="l" defTabSz="342900" rtl="0" eaLnBrk="1" latinLnBrk="0" hangingPunct="1">
              <a:spcBef>
                <a:spcPts val="750"/>
              </a:spcBef>
              <a:spcAft>
                <a:spcPts val="0"/>
              </a:spcAft>
              <a:buClr>
                <a:schemeClr val="accent1"/>
              </a:buClr>
              <a:buSzPct val="80000"/>
              <a:buFont typeface="Wingdings 3" charset="2"/>
              <a:buChar char=""/>
              <a:defRPr sz="1050" kern="1200">
                <a:solidFill>
                  <a:schemeClr val="tx1">
                    <a:lumMod val="75000"/>
                    <a:lumOff val="25000"/>
                  </a:schemeClr>
                </a:solidFill>
                <a:latin typeface="+mn-lt"/>
                <a:ea typeface="+mn-ea"/>
                <a:cs typeface="+mn-cs"/>
              </a:defRPr>
            </a:lvl3pPr>
            <a:lvl4pPr marL="12001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4pPr>
            <a:lvl5pPr marL="15430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9pPr>
          </a:lstStyle>
          <a:p>
            <a:r>
              <a:rPr lang="en-US" sz="1800" dirty="0"/>
              <a:t>For Analyze the rating per country </a:t>
            </a:r>
          </a:p>
          <a:p>
            <a:r>
              <a:rPr lang="en-US" sz="1800" dirty="0"/>
              <a:t>I create a pivot table for summarizing the Average rating per country</a:t>
            </a:r>
          </a:p>
          <a:p>
            <a:r>
              <a:rPr lang="en-US" sz="1800" dirty="0"/>
              <a:t>Also, I Create a pivot chart, chart name 3D Bar chart </a:t>
            </a:r>
          </a:p>
          <a:p>
            <a:r>
              <a:rPr lang="en-US" sz="1800" dirty="0"/>
              <a:t>When we look at the chart the data show average rating per country.</a:t>
            </a:r>
          </a:p>
          <a:p>
            <a:endParaRPr lang="en-US" sz="1800" dirty="0"/>
          </a:p>
        </p:txBody>
      </p:sp>
    </p:spTree>
    <p:extLst>
      <p:ext uri="{BB962C8B-B14F-4D97-AF65-F5344CB8AC3E}">
        <p14:creationId xmlns:p14="http://schemas.microsoft.com/office/powerpoint/2010/main" val="32305769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15"/>
          <p:cNvSpPr txBox="1">
            <a:spLocks noGrp="1"/>
          </p:cNvSpPr>
          <p:nvPr>
            <p:ph type="title"/>
          </p:nvPr>
        </p:nvSpPr>
        <p:spPr>
          <a:xfrm>
            <a:off x="446504" y="-44824"/>
            <a:ext cx="10272000" cy="613804"/>
          </a:xfrm>
          <a:prstGeom prst="rect">
            <a:avLst/>
          </a:prstGeom>
          <a:noFill/>
          <a:ln>
            <a:noFill/>
          </a:ln>
        </p:spPr>
        <p:txBody>
          <a:bodyPr spcFirstLastPara="1" vert="horz" wrap="square" lIns="121900" tIns="121900" rIns="121900" bIns="121900" rtlCol="0" anchor="t" anchorCtr="0">
            <a:noAutofit/>
          </a:bodyPr>
          <a:lstStyle/>
          <a:p>
            <a:pPr algn="l"/>
            <a:r>
              <a:rPr lang="en-US" sz="2667" b="1" dirty="0">
                <a:latin typeface="Times New Roman"/>
                <a:ea typeface="Times New Roman"/>
                <a:cs typeface="Times New Roman"/>
                <a:sym typeface="Times New Roman"/>
              </a:rPr>
              <a:t>DASHBOARD</a:t>
            </a:r>
            <a:endParaRPr sz="2667" b="1" dirty="0">
              <a:latin typeface="Times New Roman"/>
              <a:ea typeface="Times New Roman"/>
              <a:cs typeface="Times New Roman"/>
              <a:sym typeface="Times New Roman"/>
            </a:endParaRPr>
          </a:p>
        </p:txBody>
      </p:sp>
      <p:pic>
        <p:nvPicPr>
          <p:cNvPr id="6" name="Picture 5">
            <a:extLst>
              <a:ext uri="{FF2B5EF4-FFF2-40B4-BE49-F238E27FC236}">
                <a16:creationId xmlns:a16="http://schemas.microsoft.com/office/drawing/2014/main" id="{2C8645AD-3E61-97AF-1DB8-1F3E844A367D}"/>
              </a:ext>
            </a:extLst>
          </p:cNvPr>
          <p:cNvPicPr>
            <a:picLocks noChangeAspect="1"/>
          </p:cNvPicPr>
          <p:nvPr/>
        </p:nvPicPr>
        <p:blipFill>
          <a:blip r:embed="rId3"/>
          <a:stretch>
            <a:fillRect/>
          </a:stretch>
        </p:blipFill>
        <p:spPr>
          <a:xfrm>
            <a:off x="89427" y="40341"/>
            <a:ext cx="12013145" cy="6777317"/>
          </a:xfrm>
          <a:prstGeom prst="rect">
            <a:avLst/>
          </a:prstGeom>
        </p:spPr>
      </p:pic>
      <p:sp>
        <p:nvSpPr>
          <p:cNvPr id="8" name="TextBox 7">
            <a:extLst>
              <a:ext uri="{FF2B5EF4-FFF2-40B4-BE49-F238E27FC236}">
                <a16:creationId xmlns:a16="http://schemas.microsoft.com/office/drawing/2014/main" id="{DEEB8E91-4229-F338-293B-331390E6CC48}"/>
              </a:ext>
            </a:extLst>
          </p:cNvPr>
          <p:cNvSpPr txBox="1"/>
          <p:nvPr/>
        </p:nvSpPr>
        <p:spPr>
          <a:xfrm>
            <a:off x="446504" y="199648"/>
            <a:ext cx="6109446" cy="369332"/>
          </a:xfrm>
          <a:prstGeom prst="rect">
            <a:avLst/>
          </a:prstGeom>
          <a:noFill/>
        </p:spPr>
        <p:txBody>
          <a:bodyPr wrap="square">
            <a:spAutoFit/>
          </a:bodyPr>
          <a:lstStyle/>
          <a:p>
            <a:r>
              <a:rPr lang="en-US" sz="1800" b="1" dirty="0">
                <a:latin typeface="Times New Roman"/>
                <a:ea typeface="Times New Roman"/>
                <a:cs typeface="Times New Roman"/>
                <a:sym typeface="Times New Roman"/>
              </a:rPr>
              <a:t>DASHBOARD</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p16"/>
          <p:cNvSpPr txBox="1">
            <a:spLocks noGrp="1"/>
          </p:cNvSpPr>
          <p:nvPr>
            <p:ph type="title"/>
          </p:nvPr>
        </p:nvSpPr>
        <p:spPr>
          <a:xfrm>
            <a:off x="563354" y="134533"/>
            <a:ext cx="10630902" cy="538129"/>
          </a:xfrm>
          <a:prstGeom prst="rect">
            <a:avLst/>
          </a:prstGeom>
          <a:noFill/>
          <a:ln>
            <a:noFill/>
          </a:ln>
        </p:spPr>
        <p:txBody>
          <a:bodyPr spcFirstLastPara="1" vert="horz" wrap="square" lIns="121900" tIns="121900" rIns="121900" bIns="121900" rtlCol="0" anchor="t" anchorCtr="0">
            <a:noAutofit/>
          </a:bodyPr>
          <a:lstStyle/>
          <a:p>
            <a:pPr algn="l"/>
            <a:r>
              <a:rPr lang="en-US" sz="2667" b="1" dirty="0">
                <a:latin typeface="Arial"/>
                <a:ea typeface="Arial"/>
                <a:cs typeface="Arial"/>
                <a:sym typeface="Arial"/>
              </a:rPr>
              <a:t>Conclusion And Recommendation.</a:t>
            </a:r>
            <a:endParaRPr sz="2667" b="1" dirty="0">
              <a:latin typeface="Arial"/>
              <a:ea typeface="Arial"/>
              <a:cs typeface="Arial"/>
              <a:sym typeface="Arial"/>
            </a:endParaRPr>
          </a:p>
        </p:txBody>
      </p:sp>
      <p:sp>
        <p:nvSpPr>
          <p:cNvPr id="346" name="Google Shape;346;p16"/>
          <p:cNvSpPr txBox="1"/>
          <p:nvPr/>
        </p:nvSpPr>
        <p:spPr>
          <a:xfrm>
            <a:off x="563354" y="763601"/>
            <a:ext cx="11140967" cy="6124827"/>
          </a:xfrm>
          <a:prstGeom prst="rect">
            <a:avLst/>
          </a:prstGeom>
          <a:noFill/>
          <a:ln>
            <a:noFill/>
          </a:ln>
        </p:spPr>
        <p:txBody>
          <a:bodyPr spcFirstLastPara="1" wrap="square" lIns="121900" tIns="60933" rIns="121900" bIns="60933" anchor="t" anchorCtr="0">
            <a:spAutoFit/>
          </a:bodyPr>
          <a:lstStyle/>
          <a:p>
            <a:pPr algn="just">
              <a:buClr>
                <a:srgbClr val="000000"/>
              </a:buClr>
              <a:buSzPts val="1200"/>
            </a:pPr>
            <a:r>
              <a:rPr lang="en-US" sz="1600" dirty="0">
                <a:solidFill>
                  <a:schemeClr val="dk1"/>
                </a:solidFill>
                <a:latin typeface="Arial"/>
                <a:ea typeface="Arial"/>
                <a:cs typeface="Arial"/>
                <a:sym typeface="Arial"/>
              </a:rPr>
              <a:t>This dashboard provides a comprehensive overview of Zomato restaurant analytics, capturing key metrics across various dimensions. Here’s a breakdown of the dashboard elements:</a:t>
            </a:r>
            <a:endParaRPr sz="1867" dirty="0">
              <a:solidFill>
                <a:srgbClr val="000000"/>
              </a:solidFill>
              <a:latin typeface="Arial"/>
              <a:ea typeface="Arial"/>
              <a:cs typeface="Arial"/>
              <a:sym typeface="Arial"/>
            </a:endParaRPr>
          </a:p>
          <a:p>
            <a:pPr algn="just">
              <a:buClr>
                <a:srgbClr val="000000"/>
              </a:buClr>
              <a:buSzPts val="1200"/>
            </a:pPr>
            <a:endParaRPr sz="1600" dirty="0">
              <a:solidFill>
                <a:schemeClr val="dk1"/>
              </a:solidFill>
              <a:latin typeface="Arial"/>
              <a:ea typeface="Arial"/>
              <a:cs typeface="Arial"/>
              <a:sym typeface="Arial"/>
            </a:endParaRPr>
          </a:p>
          <a:p>
            <a:pPr marL="228594" indent="-228594" algn="just">
              <a:buClr>
                <a:schemeClr val="dk1"/>
              </a:buClr>
              <a:buSzPts val="1200"/>
              <a:buFont typeface="Arial"/>
              <a:buChar char="•"/>
            </a:pPr>
            <a:r>
              <a:rPr lang="en-US" sz="1600" b="1" dirty="0">
                <a:solidFill>
                  <a:schemeClr val="dk1"/>
                </a:solidFill>
                <a:latin typeface="Arial"/>
                <a:ea typeface="Arial"/>
                <a:cs typeface="Arial"/>
                <a:sym typeface="Arial"/>
              </a:rPr>
              <a:t>Total Restaurants, Countries, Cities, Cuisines</a:t>
            </a:r>
            <a:r>
              <a:rPr lang="en-US" sz="1600" dirty="0">
                <a:solidFill>
                  <a:schemeClr val="dk1"/>
                </a:solidFill>
                <a:latin typeface="Arial"/>
                <a:ea typeface="Arial"/>
                <a:cs typeface="Arial"/>
                <a:sym typeface="Arial"/>
              </a:rPr>
              <a:t>: Displays a high-level summary of the Zomato dataset, showing the total number of restaurants (9,551), countries   (15), cities (141), and cuisines (1,826) represented in the data. This gives a quick snapshot of the scale of operations.</a:t>
            </a:r>
            <a:endParaRPr sz="1867" dirty="0">
              <a:solidFill>
                <a:srgbClr val="000000"/>
              </a:solidFill>
              <a:latin typeface="Arial"/>
              <a:ea typeface="Arial"/>
              <a:cs typeface="Arial"/>
              <a:sym typeface="Arial"/>
            </a:endParaRPr>
          </a:p>
          <a:p>
            <a:pPr marL="1219170" lvl="2" algn="just">
              <a:buClr>
                <a:srgbClr val="000000"/>
              </a:buClr>
              <a:buSzPts val="1200"/>
            </a:pPr>
            <a:endParaRPr sz="1600" dirty="0">
              <a:solidFill>
                <a:schemeClr val="dk1"/>
              </a:solidFill>
              <a:latin typeface="Arial"/>
              <a:ea typeface="Arial"/>
              <a:cs typeface="Arial"/>
              <a:sym typeface="Arial"/>
            </a:endParaRPr>
          </a:p>
          <a:p>
            <a:pPr marL="228594" indent="-228594" algn="just">
              <a:buClr>
                <a:schemeClr val="dk1"/>
              </a:buClr>
              <a:buSzPts val="1200"/>
              <a:buFont typeface="Arial"/>
              <a:buChar char="•"/>
            </a:pPr>
            <a:r>
              <a:rPr lang="en-US" sz="1600" b="1" dirty="0">
                <a:solidFill>
                  <a:schemeClr val="dk1"/>
                </a:solidFill>
                <a:latin typeface="Arial"/>
                <a:ea typeface="Arial"/>
                <a:cs typeface="Arial"/>
                <a:sym typeface="Arial"/>
              </a:rPr>
              <a:t>Total Votes and Average Rating</a:t>
            </a:r>
            <a:r>
              <a:rPr lang="en-US" sz="1600" dirty="0">
                <a:solidFill>
                  <a:schemeClr val="dk1"/>
                </a:solidFill>
                <a:latin typeface="Arial"/>
                <a:ea typeface="Arial"/>
                <a:cs typeface="Arial"/>
                <a:sym typeface="Arial"/>
              </a:rPr>
              <a:t>: Summarizes user engagement through total votes (14,98,645) and provides an overall average rating (2.89). These metrics indicate customer interaction and satisfaction levels.</a:t>
            </a:r>
            <a:endParaRPr sz="1867" dirty="0">
              <a:solidFill>
                <a:srgbClr val="000000"/>
              </a:solidFill>
              <a:latin typeface="Arial"/>
              <a:ea typeface="Arial"/>
              <a:cs typeface="Arial"/>
              <a:sym typeface="Arial"/>
            </a:endParaRPr>
          </a:p>
          <a:p>
            <a:pPr marL="609585" lvl="1" algn="just">
              <a:buClr>
                <a:srgbClr val="000000"/>
              </a:buClr>
              <a:buSzPts val="1200"/>
            </a:pPr>
            <a:endParaRPr sz="1600" dirty="0">
              <a:solidFill>
                <a:schemeClr val="dk1"/>
              </a:solidFill>
              <a:latin typeface="Arial"/>
              <a:ea typeface="Arial"/>
              <a:cs typeface="Arial"/>
              <a:sym typeface="Arial"/>
            </a:endParaRPr>
          </a:p>
          <a:p>
            <a:pPr marL="228594" indent="-228594" algn="just">
              <a:buClr>
                <a:schemeClr val="dk1"/>
              </a:buClr>
              <a:buSzPts val="1200"/>
              <a:buFont typeface="Arial"/>
              <a:buChar char="•"/>
            </a:pPr>
            <a:r>
              <a:rPr lang="en-US" sz="1600" b="1" dirty="0">
                <a:solidFill>
                  <a:schemeClr val="dk1"/>
                </a:solidFill>
                <a:latin typeface="Arial"/>
                <a:ea typeface="Arial"/>
                <a:cs typeface="Arial"/>
                <a:sym typeface="Arial"/>
              </a:rPr>
              <a:t>Year-wise Restaurants</a:t>
            </a:r>
            <a:r>
              <a:rPr lang="en-US" sz="1600" dirty="0">
                <a:solidFill>
                  <a:schemeClr val="dk1"/>
                </a:solidFill>
                <a:latin typeface="Arial"/>
                <a:ea typeface="Arial"/>
                <a:cs typeface="Arial"/>
                <a:sym typeface="Arial"/>
              </a:rPr>
              <a:t>: A 3D column  chart shows the number of restaurants added each Year. The trend helps in understanding the growth over time and identifying peak periods.</a:t>
            </a:r>
            <a:endParaRPr sz="1867" dirty="0">
              <a:solidFill>
                <a:srgbClr val="000000"/>
              </a:solidFill>
              <a:latin typeface="Arial"/>
              <a:ea typeface="Arial"/>
              <a:cs typeface="Arial"/>
              <a:sym typeface="Arial"/>
            </a:endParaRPr>
          </a:p>
          <a:p>
            <a:pPr marL="609585" lvl="1" algn="just">
              <a:buClr>
                <a:srgbClr val="000000"/>
              </a:buClr>
              <a:buSzPts val="1200"/>
            </a:pPr>
            <a:endParaRPr sz="1600" dirty="0">
              <a:solidFill>
                <a:schemeClr val="dk1"/>
              </a:solidFill>
              <a:latin typeface="Arial"/>
              <a:ea typeface="Arial"/>
              <a:cs typeface="Arial"/>
              <a:sym typeface="Arial"/>
            </a:endParaRPr>
          </a:p>
          <a:p>
            <a:pPr marL="228594" indent="-228594" algn="just">
              <a:buClr>
                <a:schemeClr val="dk1"/>
              </a:buClr>
              <a:buSzPts val="1200"/>
              <a:buFont typeface="Arial"/>
              <a:buChar char="•"/>
            </a:pPr>
            <a:r>
              <a:rPr lang="en-US" sz="1600" b="1" dirty="0">
                <a:solidFill>
                  <a:schemeClr val="dk1"/>
                </a:solidFill>
                <a:latin typeface="Arial"/>
                <a:ea typeface="Arial"/>
                <a:cs typeface="Arial"/>
                <a:sym typeface="Arial"/>
              </a:rPr>
              <a:t>Country-wise Restaurants: </a:t>
            </a:r>
            <a:r>
              <a:rPr lang="en-US" sz="1600" dirty="0">
                <a:solidFill>
                  <a:schemeClr val="dk1"/>
                </a:solidFill>
                <a:latin typeface="Arial"/>
                <a:ea typeface="Arial"/>
                <a:cs typeface="Arial"/>
                <a:sym typeface="Arial"/>
              </a:rPr>
              <a:t>A 3D column  chart represents restaurants’ distribution across different countries, with the United Kingdom leading with 80 restaurants. This can inform market penetration and regional focus.</a:t>
            </a:r>
            <a:endParaRPr sz="1867" dirty="0">
              <a:solidFill>
                <a:srgbClr val="000000"/>
              </a:solidFill>
              <a:latin typeface="Arial"/>
              <a:ea typeface="Arial"/>
              <a:cs typeface="Arial"/>
              <a:sym typeface="Arial"/>
            </a:endParaRPr>
          </a:p>
          <a:p>
            <a:pPr marL="609585" lvl="1" algn="just">
              <a:buClr>
                <a:srgbClr val="000000"/>
              </a:buClr>
              <a:buSzPts val="1200"/>
            </a:pPr>
            <a:endParaRPr sz="1600" dirty="0">
              <a:solidFill>
                <a:schemeClr val="dk1"/>
              </a:solidFill>
              <a:latin typeface="Arial"/>
              <a:ea typeface="Arial"/>
              <a:cs typeface="Arial"/>
              <a:sym typeface="Arial"/>
            </a:endParaRPr>
          </a:p>
          <a:p>
            <a:pPr marL="228594" indent="-228594" algn="just">
              <a:buClr>
                <a:schemeClr val="dk1"/>
              </a:buClr>
              <a:buSzPts val="1200"/>
              <a:buFont typeface="Arial"/>
              <a:buChar char="•"/>
            </a:pPr>
            <a:r>
              <a:rPr lang="en-US" sz="1600" b="1" dirty="0">
                <a:solidFill>
                  <a:schemeClr val="dk1"/>
                </a:solidFill>
                <a:latin typeface="Arial"/>
                <a:ea typeface="Arial"/>
                <a:cs typeface="Arial"/>
                <a:sym typeface="Arial"/>
              </a:rPr>
              <a:t>Table Booking and Online Delivery</a:t>
            </a:r>
            <a:r>
              <a:rPr lang="en-US" sz="1600" dirty="0">
                <a:solidFill>
                  <a:schemeClr val="dk1"/>
                </a:solidFill>
                <a:latin typeface="Arial"/>
                <a:ea typeface="Arial"/>
                <a:cs typeface="Arial"/>
                <a:sym typeface="Arial"/>
              </a:rPr>
              <a:t>: Donut charts provide insights into customer </a:t>
            </a:r>
            <a:r>
              <a:rPr lang="en-US" sz="1600" dirty="0" err="1">
                <a:solidFill>
                  <a:schemeClr val="dk1"/>
                </a:solidFill>
                <a:latin typeface="Arial"/>
                <a:ea typeface="Arial"/>
                <a:cs typeface="Arial"/>
                <a:sym typeface="Arial"/>
              </a:rPr>
              <a:t>behaviour</a:t>
            </a:r>
            <a:r>
              <a:rPr lang="en-US" sz="1600" dirty="0">
                <a:solidFill>
                  <a:schemeClr val="dk1"/>
                </a:solidFill>
                <a:latin typeface="Arial"/>
                <a:ea typeface="Arial"/>
                <a:cs typeface="Arial"/>
                <a:sym typeface="Arial"/>
              </a:rPr>
              <a:t>. High percentages for online delivery (93.98%) and table booking (89.89%) highlight the importance of these services.</a:t>
            </a:r>
            <a:endParaRPr sz="1867" dirty="0">
              <a:solidFill>
                <a:srgbClr val="000000"/>
              </a:solidFill>
              <a:latin typeface="Arial"/>
              <a:ea typeface="Arial"/>
              <a:cs typeface="Arial"/>
              <a:sym typeface="Arial"/>
            </a:endParaRPr>
          </a:p>
          <a:p>
            <a:pPr marL="228594" indent="-126997" algn="just">
              <a:buClr>
                <a:schemeClr val="dk1"/>
              </a:buClr>
              <a:buSzPts val="1200"/>
            </a:pPr>
            <a:endParaRPr sz="1600" dirty="0">
              <a:solidFill>
                <a:schemeClr val="dk1"/>
              </a:solidFill>
              <a:latin typeface="Arial"/>
              <a:ea typeface="Arial"/>
              <a:cs typeface="Arial"/>
              <a:sym typeface="Arial"/>
            </a:endParaRPr>
          </a:p>
          <a:p>
            <a:pPr marL="228594" indent="-228594" algn="just">
              <a:lnSpc>
                <a:spcPct val="150000"/>
              </a:lnSpc>
              <a:buClr>
                <a:schemeClr val="dk1"/>
              </a:buClr>
              <a:buSzPts val="1200"/>
              <a:buFont typeface="Arial"/>
              <a:buChar char="•"/>
            </a:pPr>
            <a:r>
              <a:rPr lang="en-US" sz="1600" b="1" dirty="0">
                <a:solidFill>
                  <a:schemeClr val="dk1"/>
                </a:solidFill>
                <a:latin typeface="Arial"/>
                <a:ea typeface="Arial"/>
                <a:cs typeface="Arial"/>
                <a:sym typeface="Arial"/>
              </a:rPr>
              <a:t>Rating vs. Restaurants</a:t>
            </a:r>
            <a:r>
              <a:rPr lang="en-US" sz="1600" dirty="0">
                <a:solidFill>
                  <a:schemeClr val="dk1"/>
                </a:solidFill>
                <a:latin typeface="Arial"/>
                <a:ea typeface="Arial"/>
                <a:cs typeface="Arial"/>
                <a:sym typeface="Arial"/>
              </a:rPr>
              <a:t>: A bar chart mapping the number of restaurants against their ratings. This helps in identifying how many restaurants fall within specific rating brackets, useful for quality assessment.</a:t>
            </a:r>
            <a:endParaRPr sz="1600" b="1" dirty="0">
              <a:solidFill>
                <a:schemeClr val="dk1"/>
              </a:solidFill>
              <a:latin typeface="Arial"/>
              <a:ea typeface="Arial"/>
              <a:cs typeface="Arial"/>
              <a:sym typeface="Arial"/>
            </a:endParaRPr>
          </a:p>
          <a:p>
            <a:pPr marL="245527" marR="7620" indent="-135463">
              <a:lnSpc>
                <a:spcPct val="150000"/>
              </a:lnSpc>
              <a:spcBef>
                <a:spcPts val="40"/>
              </a:spcBef>
              <a:buClr>
                <a:schemeClr val="dk1"/>
              </a:buClr>
              <a:buSzPts val="1100"/>
            </a:pPr>
            <a:endParaRPr sz="1467" dirty="0">
              <a:solidFill>
                <a:schemeClr val="dk1"/>
              </a:solidFill>
              <a:latin typeface="Arial"/>
              <a:ea typeface="Arial"/>
              <a:cs typeface="Arial"/>
              <a:sym typeface="Arial"/>
            </a:endParaRPr>
          </a:p>
          <a:p>
            <a:pPr marL="228594" indent="-126997" algn="just">
              <a:buClr>
                <a:schemeClr val="dk1"/>
              </a:buClr>
              <a:buSzPts val="1200"/>
            </a:pPr>
            <a:endParaRPr sz="1600" dirty="0">
              <a:solidFill>
                <a:srgbClr val="FEFEFE"/>
              </a:solidFill>
              <a:latin typeface="Twentieth Century"/>
              <a:ea typeface="Twentieth Century"/>
              <a:cs typeface="Twentieth Century"/>
              <a:sym typeface="Twentieth Century"/>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2" name="Google Shape;352;p17"/>
          <p:cNvSpPr txBox="1"/>
          <p:nvPr/>
        </p:nvSpPr>
        <p:spPr>
          <a:xfrm>
            <a:off x="563353" y="763601"/>
            <a:ext cx="11166192" cy="4062596"/>
          </a:xfrm>
          <a:prstGeom prst="rect">
            <a:avLst/>
          </a:prstGeom>
          <a:noFill/>
          <a:ln>
            <a:noFill/>
          </a:ln>
        </p:spPr>
        <p:txBody>
          <a:bodyPr spcFirstLastPara="1" wrap="square" lIns="121900" tIns="60933" rIns="121900" bIns="60933" anchor="t" anchorCtr="0">
            <a:spAutoFit/>
          </a:bodyPr>
          <a:lstStyle/>
          <a:p>
            <a:pPr marL="245527" marR="7620" indent="-228594">
              <a:lnSpc>
                <a:spcPct val="150000"/>
              </a:lnSpc>
              <a:buClr>
                <a:schemeClr val="dk1"/>
              </a:buClr>
              <a:buSzPts val="1200"/>
              <a:buFont typeface="Arial"/>
              <a:buChar char="•"/>
            </a:pPr>
            <a:r>
              <a:rPr lang="en-US" sz="1600" b="1" dirty="0">
                <a:solidFill>
                  <a:schemeClr val="dk1"/>
                </a:solidFill>
                <a:latin typeface="Arial"/>
                <a:ea typeface="Arial"/>
                <a:cs typeface="Arial"/>
                <a:sym typeface="Arial"/>
              </a:rPr>
              <a:t>Popular Cuisines: </a:t>
            </a:r>
            <a:r>
              <a:rPr lang="en-US" sz="1600" dirty="0">
                <a:solidFill>
                  <a:schemeClr val="dk1"/>
                </a:solidFill>
                <a:latin typeface="Arial"/>
                <a:ea typeface="Arial"/>
                <a:cs typeface="Arial"/>
                <a:sym typeface="Arial"/>
              </a:rPr>
              <a:t>A bar chart showcasing the popularity of different cuisines, with Turkey and Brazil being particularly notable. This insight can guide menu decisions and marketing strategies.</a:t>
            </a:r>
            <a:endParaRPr sz="1600" b="1" dirty="0">
              <a:solidFill>
                <a:schemeClr val="dk1"/>
              </a:solidFill>
              <a:latin typeface="Arial"/>
              <a:ea typeface="Arial"/>
              <a:cs typeface="Arial"/>
              <a:sym typeface="Arial"/>
            </a:endParaRPr>
          </a:p>
          <a:p>
            <a:pPr algn="just">
              <a:lnSpc>
                <a:spcPct val="150000"/>
              </a:lnSpc>
              <a:buClr>
                <a:srgbClr val="000000"/>
              </a:buClr>
              <a:buSzPts val="1200"/>
            </a:pPr>
            <a:r>
              <a:rPr lang="en-US" sz="1600" b="1" u="sng" dirty="0">
                <a:solidFill>
                  <a:schemeClr val="dk1"/>
                </a:solidFill>
                <a:latin typeface="Arial"/>
                <a:ea typeface="Arial"/>
                <a:cs typeface="Arial"/>
                <a:sym typeface="Arial"/>
              </a:rPr>
              <a:t>Interactivity</a:t>
            </a:r>
            <a:endParaRPr sz="1867" dirty="0">
              <a:solidFill>
                <a:srgbClr val="000000"/>
              </a:solidFill>
              <a:latin typeface="Arial"/>
              <a:ea typeface="Arial"/>
              <a:cs typeface="Arial"/>
              <a:sym typeface="Arial"/>
            </a:endParaRPr>
          </a:p>
          <a:p>
            <a:pPr marL="228594" indent="-228594" algn="just">
              <a:lnSpc>
                <a:spcPct val="150000"/>
              </a:lnSpc>
              <a:buClr>
                <a:schemeClr val="dk1"/>
              </a:buClr>
              <a:buSzPts val="1200"/>
              <a:buFont typeface="Arial"/>
              <a:buChar char="•"/>
            </a:pPr>
            <a:r>
              <a:rPr lang="en-US" sz="1600" b="1" dirty="0">
                <a:solidFill>
                  <a:schemeClr val="dk1"/>
                </a:solidFill>
                <a:latin typeface="Arial"/>
                <a:ea typeface="Arial"/>
                <a:cs typeface="Arial"/>
                <a:sym typeface="Arial"/>
              </a:rPr>
              <a:t>Filters and Slicers: </a:t>
            </a:r>
            <a:r>
              <a:rPr lang="en-US" sz="1600" dirty="0">
                <a:solidFill>
                  <a:schemeClr val="dk1"/>
                </a:solidFill>
                <a:latin typeface="Arial"/>
                <a:ea typeface="Arial"/>
                <a:cs typeface="Arial"/>
                <a:sym typeface="Arial"/>
              </a:rPr>
              <a:t>The dashboard includes ﬁlters for selecting speciﬁc cities, years or rating ranges, making it easier to drill down into the data for more detailed analysis.</a:t>
            </a:r>
            <a:endParaRPr sz="1600" dirty="0">
              <a:solidFill>
                <a:schemeClr val="dk1"/>
              </a:solidFill>
              <a:latin typeface="Arial"/>
              <a:ea typeface="Arial"/>
              <a:cs typeface="Arial"/>
              <a:sym typeface="Arial"/>
            </a:endParaRPr>
          </a:p>
          <a:p>
            <a:pPr marL="228594" indent="-228594" algn="just">
              <a:lnSpc>
                <a:spcPct val="150000"/>
              </a:lnSpc>
              <a:buClr>
                <a:schemeClr val="dk1"/>
              </a:buClr>
              <a:buSzPts val="1200"/>
              <a:buFont typeface="Arial"/>
              <a:buChar char="•"/>
            </a:pPr>
            <a:r>
              <a:rPr lang="en-US" sz="1600" b="1" dirty="0">
                <a:solidFill>
                  <a:schemeClr val="dk1"/>
                </a:solidFill>
                <a:latin typeface="Arial"/>
                <a:ea typeface="Arial"/>
                <a:cs typeface="Arial"/>
                <a:sym typeface="Arial"/>
              </a:rPr>
              <a:t>Example: </a:t>
            </a:r>
            <a:r>
              <a:rPr lang="en-US" sz="1600" dirty="0">
                <a:solidFill>
                  <a:schemeClr val="dk1"/>
                </a:solidFill>
                <a:latin typeface="Arial"/>
                <a:ea typeface="Arial"/>
                <a:cs typeface="Arial"/>
                <a:sym typeface="Arial"/>
              </a:rPr>
              <a:t>Users can ﬁlter the dashboard to view only high-rated restaurants in a particular city, helping to focus on top-performing areas for strategic decision-making.</a:t>
            </a:r>
            <a:endParaRPr sz="1600" dirty="0">
              <a:solidFill>
                <a:schemeClr val="dk1"/>
              </a:solidFill>
              <a:latin typeface="Arial"/>
              <a:ea typeface="Arial"/>
              <a:cs typeface="Arial"/>
              <a:sym typeface="Arial"/>
            </a:endParaRPr>
          </a:p>
          <a:p>
            <a:pPr marL="228594" indent="-126997" algn="just">
              <a:lnSpc>
                <a:spcPct val="150000"/>
              </a:lnSpc>
              <a:buClr>
                <a:schemeClr val="dk1"/>
              </a:buClr>
              <a:buSzPts val="1200"/>
            </a:pPr>
            <a:endParaRPr sz="1600" dirty="0">
              <a:solidFill>
                <a:schemeClr val="dk1"/>
              </a:solidFill>
              <a:latin typeface="Arial"/>
              <a:ea typeface="Arial"/>
              <a:cs typeface="Arial"/>
              <a:sym typeface="Arial"/>
            </a:endParaRPr>
          </a:p>
          <a:p>
            <a:pPr algn="just">
              <a:lnSpc>
                <a:spcPct val="150000"/>
              </a:lnSpc>
              <a:buClr>
                <a:srgbClr val="000000"/>
              </a:buClr>
              <a:buSzPts val="1200"/>
            </a:pPr>
            <a:endParaRPr sz="1600" dirty="0">
              <a:solidFill>
                <a:schemeClr val="dk1"/>
              </a:solidFill>
              <a:latin typeface="Arial"/>
              <a:ea typeface="Arial"/>
              <a:cs typeface="Arial"/>
              <a:sym typeface="Arial"/>
            </a:endParaRPr>
          </a:p>
          <a:p>
            <a:pPr algn="just">
              <a:lnSpc>
                <a:spcPct val="150000"/>
              </a:lnSpc>
              <a:buClr>
                <a:srgbClr val="000000"/>
              </a:buClr>
              <a:buSzPts val="1200"/>
            </a:pPr>
            <a:endParaRPr sz="1600" dirty="0">
              <a:solidFill>
                <a:schemeClr val="dk1"/>
              </a:solidFill>
              <a:latin typeface="Arial"/>
              <a:ea typeface="Arial"/>
              <a:cs typeface="Arial"/>
              <a:sym typeface="Arial"/>
            </a:endParaRPr>
          </a:p>
          <a:p>
            <a:pPr marL="247220" indent="-126997" algn="just">
              <a:buClr>
                <a:schemeClr val="dk1"/>
              </a:buClr>
              <a:buSzPts val="1200"/>
            </a:pPr>
            <a:endParaRPr sz="1600" dirty="0">
              <a:solidFill>
                <a:schemeClr val="dk1"/>
              </a:solidFill>
              <a:latin typeface="Arial"/>
              <a:ea typeface="Arial"/>
              <a:cs typeface="Arial"/>
              <a:sym typeface="Arial"/>
            </a:endParaRPr>
          </a:p>
        </p:txBody>
      </p:sp>
      <p:sp>
        <p:nvSpPr>
          <p:cNvPr id="6" name="Google Shape;345;p16">
            <a:extLst>
              <a:ext uri="{FF2B5EF4-FFF2-40B4-BE49-F238E27FC236}">
                <a16:creationId xmlns:a16="http://schemas.microsoft.com/office/drawing/2014/main" id="{9D979920-EC8B-7E9D-283B-787A318D695F}"/>
              </a:ext>
            </a:extLst>
          </p:cNvPr>
          <p:cNvSpPr txBox="1">
            <a:spLocks noGrp="1"/>
          </p:cNvSpPr>
          <p:nvPr>
            <p:ph type="title"/>
          </p:nvPr>
        </p:nvSpPr>
        <p:spPr>
          <a:xfrm>
            <a:off x="742950" y="58738"/>
            <a:ext cx="8850313" cy="763587"/>
          </a:xfrm>
          <a:prstGeom prst="rect">
            <a:avLst/>
          </a:prstGeom>
          <a:noFill/>
          <a:ln>
            <a:noFill/>
          </a:ln>
        </p:spPr>
        <p:txBody>
          <a:bodyPr spcFirstLastPara="1" vert="horz" wrap="square" lIns="121900" tIns="121900" rIns="121900" bIns="121900" rtlCol="0" anchor="t" anchorCtr="0">
            <a:noAutofit/>
          </a:bodyPr>
          <a:lstStyle/>
          <a:p>
            <a:pPr algn="l"/>
            <a:r>
              <a:rPr lang="en-US" sz="2667" b="1" dirty="0">
                <a:latin typeface="Arial"/>
                <a:ea typeface="Arial"/>
                <a:cs typeface="Arial"/>
                <a:sym typeface="Arial"/>
              </a:rPr>
              <a:t>Conclusion And Recommendation.</a:t>
            </a:r>
            <a:endParaRPr sz="2667" b="1" dirty="0">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18"/>
          <p:cNvSpPr txBox="1">
            <a:spLocks noGrp="1"/>
          </p:cNvSpPr>
          <p:nvPr>
            <p:ph type="title"/>
          </p:nvPr>
        </p:nvSpPr>
        <p:spPr>
          <a:xfrm>
            <a:off x="960000" y="2665400"/>
            <a:ext cx="10272000" cy="1286489"/>
          </a:xfrm>
          <a:prstGeom prst="rect">
            <a:avLst/>
          </a:prstGeom>
          <a:noFill/>
          <a:ln>
            <a:noFill/>
          </a:ln>
        </p:spPr>
        <p:txBody>
          <a:bodyPr spcFirstLastPara="1" vert="horz" wrap="square" lIns="121900" tIns="121900" rIns="121900" bIns="121900" rtlCol="0" anchor="t" anchorCtr="0">
            <a:noAutofit/>
          </a:bodyPr>
          <a:lstStyle/>
          <a:p>
            <a:pPr>
              <a:buClr>
                <a:schemeClr val="accent3"/>
              </a:buClr>
            </a:pPr>
            <a:r>
              <a:rPr lang="en-US" sz="8800" b="1">
                <a:solidFill>
                  <a:schemeClr val="accent3"/>
                </a:solidFill>
                <a:latin typeface="Arial"/>
                <a:ea typeface="Arial"/>
                <a:cs typeface="Arial"/>
                <a:sym typeface="Arial"/>
              </a:rPr>
              <a:t>Thank You!</a:t>
            </a:r>
            <a:endParaRPr sz="8800" b="1">
              <a:solidFill>
                <a:schemeClr val="accent3"/>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F496CB"/>
      </a:accent1>
      <a:accent2>
        <a:srgbClr val="BC356F"/>
      </a:accent2>
      <a:accent3>
        <a:srgbClr val="E65331"/>
      </a:accent3>
      <a:accent4>
        <a:srgbClr val="F27E19"/>
      </a:accent4>
      <a:accent5>
        <a:srgbClr val="F2AC19"/>
      </a:accent5>
      <a:accent6>
        <a:srgbClr val="BC80E0"/>
      </a:accent6>
      <a:hlink>
        <a:srgbClr val="EF5285"/>
      </a:hlink>
      <a:folHlink>
        <a:srgbClr val="F77F90"/>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23659B44-6E34-4CE8-8F0D-387DA79968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1885</TotalTime>
  <Words>1416</Words>
  <Application>Microsoft Office PowerPoint</Application>
  <PresentationFormat>Widescreen</PresentationFormat>
  <Paragraphs>152</Paragraphs>
  <Slides>20</Slides>
  <Notes>16</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20</vt:i4>
      </vt:variant>
    </vt:vector>
  </HeadingPairs>
  <TitlesOfParts>
    <vt:vector size="31" baseType="lpstr">
      <vt:lpstr>Algerian</vt:lpstr>
      <vt:lpstr>Arial</vt:lpstr>
      <vt:lpstr>Bakbak One</vt:lpstr>
      <vt:lpstr>Cabin</vt:lpstr>
      <vt:lpstr>Calibri</vt:lpstr>
      <vt:lpstr>Noto Sans Symbols</vt:lpstr>
      <vt:lpstr>Times New Roman</vt:lpstr>
      <vt:lpstr>Trebuchet MS</vt:lpstr>
      <vt:lpstr>Twentieth Century</vt:lpstr>
      <vt:lpstr>Wingdings 3</vt:lpstr>
      <vt:lpstr>Facet</vt:lpstr>
      <vt:lpstr>RESTAURANT  ANALYSIS             </vt:lpstr>
      <vt:lpstr>CONTENTS</vt:lpstr>
      <vt:lpstr>PROBLEM STATEMENT</vt:lpstr>
      <vt:lpstr>DATA OVERVIEW &amp; DATA CLEANING</vt:lpstr>
      <vt:lpstr>SUGGESTED COUNTRIES </vt:lpstr>
      <vt:lpstr>CITIES IN SUGGESTED COUNTRIES</vt:lpstr>
      <vt:lpstr>Count number of restaurants in each country.</vt:lpstr>
      <vt:lpstr>PowerPoint Presentation</vt:lpstr>
      <vt:lpstr>ANNUAL RESTAURANTS OPENING OVERVIEW</vt:lpstr>
      <vt:lpstr>AVERAGE VOTING IN THE SUGGESTED COUNTRIES</vt:lpstr>
      <vt:lpstr>Total Expenditure on Foods </vt:lpstr>
      <vt:lpstr>Choice of most rated top Cuisines</vt:lpstr>
      <vt:lpstr>MODE OF TABLE BOOKINGS</vt:lpstr>
      <vt:lpstr>MODE OF ONLINE  BOOKINGS</vt:lpstr>
      <vt:lpstr>Price Range Wise Restaurants </vt:lpstr>
      <vt:lpstr>Average Of Rating Per Country </vt:lpstr>
      <vt:lpstr>DASHBOARD</vt:lpstr>
      <vt:lpstr>Conclusion And Recommendation.</vt:lpstr>
      <vt:lpstr>Conclusion And Recommendation.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sunny kumar</dc:creator>
  <cp:lastModifiedBy>sunny kumar</cp:lastModifiedBy>
  <cp:revision>3</cp:revision>
  <dcterms:created xsi:type="dcterms:W3CDTF">2025-08-03T12:47:36Z</dcterms:created>
  <dcterms:modified xsi:type="dcterms:W3CDTF">2025-08-18T07:32:07Z</dcterms:modified>
</cp:coreProperties>
</file>